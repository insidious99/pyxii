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0" r:id="rId8"/>
    <p:sldId id="261" r:id="rId9"/>
    <p:sldId id="262" r:id="rId10"/>
  </p:sldIdLst>
  <p:sldSz cx="18288000" cy="10287000"/>
  <p:notesSz cx="18288000" cy="10287000"/>
  <p:custDataLst>
    <p:tags r:id="rId1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1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92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10" Type="http://schemas.openxmlformats.org/officeDocument/2006/relationships/image" Target="../media/image10.png" /><Relationship Id="rId11" Type="http://schemas.openxmlformats.org/officeDocument/2006/relationships/image" Target="../media/image11.png" /><Relationship Id="rId12" Type="http://schemas.openxmlformats.org/officeDocument/2006/relationships/image" Target="../media/image12.png" /><Relationship Id="rId13" Type="http://schemas.openxmlformats.org/officeDocument/2006/relationships/image" Target="../media/image13.png" /><Relationship Id="rId14" Type="http://schemas.openxmlformats.org/officeDocument/2006/relationships/image" Target="../media/image14.png" /><Relationship Id="rId15" Type="http://schemas.openxmlformats.org/officeDocument/2006/relationships/image" Target="../media/image15.png" /><Relationship Id="rId16" Type="http://schemas.openxmlformats.org/officeDocument/2006/relationships/image" Target="../media/image16.png" /><Relationship Id="rId17" Type="http://schemas.openxmlformats.org/officeDocument/2006/relationships/image" Target="../media/image17.png" /><Relationship Id="rId18" Type="http://schemas.openxmlformats.org/officeDocument/2006/relationships/slideMaster" Target="../slideMasters/slideMaster1.xml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image" Target="../media/image5.png" /><Relationship Id="rId6" Type="http://schemas.openxmlformats.org/officeDocument/2006/relationships/image" Target="../media/image6.png" /><Relationship Id="rId7" Type="http://schemas.openxmlformats.org/officeDocument/2006/relationships/image" Target="../media/image7.png" /><Relationship Id="rId8" Type="http://schemas.openxmlformats.org/officeDocument/2006/relationships/image" Target="../media/image8.png" /><Relationship Id="rId9" Type="http://schemas.openxmlformats.org/officeDocument/2006/relationships/image" Target="../media/image9.jpeg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8.png" /><Relationship Id="rId10" Type="http://schemas.openxmlformats.org/officeDocument/2006/relationships/slideMaster" Target="../slideMasters/slideMaster1.xml" /><Relationship Id="rId2" Type="http://schemas.openxmlformats.org/officeDocument/2006/relationships/image" Target="../media/image19.png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jpe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Relationship Id="rId8" Type="http://schemas.openxmlformats.org/officeDocument/2006/relationships/image" Target="../media/image17.png" /><Relationship Id="rId9" Type="http://schemas.openxmlformats.org/officeDocument/2006/relationships/image" Target="../media/image25.png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10" Type="http://schemas.openxmlformats.org/officeDocument/2006/relationships/image" Target="../media/image10.png" /><Relationship Id="rId11" Type="http://schemas.openxmlformats.org/officeDocument/2006/relationships/image" Target="../media/image11.png" /><Relationship Id="rId12" Type="http://schemas.openxmlformats.org/officeDocument/2006/relationships/image" Target="../media/image12.png" /><Relationship Id="rId13" Type="http://schemas.openxmlformats.org/officeDocument/2006/relationships/image" Target="../media/image13.png" /><Relationship Id="rId14" Type="http://schemas.openxmlformats.org/officeDocument/2006/relationships/image" Target="../media/image26.png" /><Relationship Id="rId15" Type="http://schemas.openxmlformats.org/officeDocument/2006/relationships/image" Target="../media/image27.png" /><Relationship Id="rId16" Type="http://schemas.openxmlformats.org/officeDocument/2006/relationships/image" Target="../media/image17.png" /><Relationship Id="rId17" Type="http://schemas.openxmlformats.org/officeDocument/2006/relationships/slideMaster" Target="../slideMasters/slideMaster1.xml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image" Target="../media/image5.png" /><Relationship Id="rId6" Type="http://schemas.openxmlformats.org/officeDocument/2006/relationships/image" Target="../media/image6.png" /><Relationship Id="rId7" Type="http://schemas.openxmlformats.org/officeDocument/2006/relationships/image" Target="../media/image7.png" /><Relationship Id="rId8" Type="http://schemas.openxmlformats.org/officeDocument/2006/relationships/image" Target="../media/image8.png" /><Relationship Id="rId9" Type="http://schemas.openxmlformats.org/officeDocument/2006/relationships/image" Target="../media/image9.jpeg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1"/>
          <a:stretch>
            <a:fillRect/>
          </a:stretch>
        </p:blipFill>
        <p:spPr>
          <a:xfrm>
            <a:off x="13151473" y="0"/>
            <a:ext cx="4050157" cy="215768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366875" y="0"/>
            <a:ext cx="1921132" cy="37899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/>
          <a:stretch>
            <a:fillRect/>
          </a:stretch>
        </p:blipFill>
        <p:spPr>
          <a:xfrm>
            <a:off x="2727761" y="0"/>
            <a:ext cx="4853342" cy="203869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/>
          <a:stretch>
            <a:fillRect/>
          </a:stretch>
        </p:blipFill>
        <p:spPr>
          <a:xfrm>
            <a:off x="15774192" y="7232964"/>
            <a:ext cx="2513816" cy="305403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/>
          <a:stretch>
            <a:fillRect/>
          </a:stretch>
        </p:blipFill>
        <p:spPr>
          <a:xfrm>
            <a:off x="9845619" y="0"/>
            <a:ext cx="3905249" cy="148617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747114" y="3949567"/>
            <a:ext cx="1540879" cy="31718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5674278"/>
            <a:ext cx="1395325" cy="447674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/>
          <a:stretch>
            <a:fillRect/>
          </a:stretch>
        </p:blipFill>
        <p:spPr>
          <a:xfrm>
            <a:off x="0" y="2195821"/>
            <a:ext cx="1502603" cy="350518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651257" cy="285916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/>
          <a:stretch>
            <a:fillRect/>
          </a:stretch>
        </p:blipFill>
        <p:spPr>
          <a:xfrm>
            <a:off x="0" y="8509497"/>
            <a:ext cx="4538563" cy="177748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/>
          <a:stretch>
            <a:fillRect/>
          </a:stretch>
        </p:blipFill>
        <p:spPr>
          <a:xfrm>
            <a:off x="3918569" y="8509467"/>
            <a:ext cx="4381499" cy="177752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/>
          <a:stretch>
            <a:fillRect/>
          </a:stretch>
        </p:blipFill>
        <p:spPr>
          <a:xfrm>
            <a:off x="8113471" y="8297265"/>
            <a:ext cx="3952889" cy="198974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/>
          <a:stretch>
            <a:fillRect/>
          </a:stretch>
        </p:blipFill>
        <p:spPr>
          <a:xfrm>
            <a:off x="11853671" y="8733495"/>
            <a:ext cx="3924299" cy="155350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3556908" y="4909954"/>
            <a:ext cx="802640" cy="390525"/>
          </a:xfrm>
          <a:custGeom>
            <a:rect l="l" t="t" r="r" b="b"/>
            <a:pathLst>
              <a:path w="802639" h="390525">
                <a:moveTo>
                  <a:pt x="133982" y="226385"/>
                </a:moveTo>
                <a:lnTo>
                  <a:pt x="9538" y="310744"/>
                </a:lnTo>
                <a:lnTo>
                  <a:pt x="9960" y="308924"/>
                </a:lnTo>
                <a:lnTo>
                  <a:pt x="10269" y="308714"/>
                </a:lnTo>
                <a:lnTo>
                  <a:pt x="9094" y="300305"/>
                </a:lnTo>
                <a:lnTo>
                  <a:pt x="11463" y="294096"/>
                </a:lnTo>
                <a:lnTo>
                  <a:pt x="8987" y="295774"/>
                </a:lnTo>
                <a:lnTo>
                  <a:pt x="7191" y="295457"/>
                </a:lnTo>
                <a:lnTo>
                  <a:pt x="4725" y="295595"/>
                </a:lnTo>
                <a:lnTo>
                  <a:pt x="2388" y="295645"/>
                </a:lnTo>
                <a:lnTo>
                  <a:pt x="0" y="295730"/>
                </a:lnTo>
                <a:lnTo>
                  <a:pt x="1669" y="291530"/>
                </a:lnTo>
                <a:lnTo>
                  <a:pt x="79982" y="238442"/>
                </a:lnTo>
                <a:lnTo>
                  <a:pt x="82809" y="238060"/>
                </a:lnTo>
                <a:lnTo>
                  <a:pt x="85962" y="238992"/>
                </a:lnTo>
                <a:lnTo>
                  <a:pt x="90971" y="238664"/>
                </a:lnTo>
                <a:lnTo>
                  <a:pt x="93547" y="241521"/>
                </a:lnTo>
                <a:lnTo>
                  <a:pt x="89454" y="247364"/>
                </a:lnTo>
                <a:lnTo>
                  <a:pt x="91895" y="247244"/>
                </a:lnTo>
                <a:lnTo>
                  <a:pt x="93819" y="247474"/>
                </a:lnTo>
                <a:lnTo>
                  <a:pt x="96466" y="247214"/>
                </a:lnTo>
                <a:lnTo>
                  <a:pt x="130452" y="224175"/>
                </a:lnTo>
                <a:lnTo>
                  <a:pt x="133012" y="225509"/>
                </a:lnTo>
                <a:lnTo>
                  <a:pt x="133982" y="226385"/>
                </a:lnTo>
                <a:close/>
              </a:path>
              <a:path w="802639" h="390525">
                <a:moveTo>
                  <a:pt x="131226" y="223651"/>
                </a:moveTo>
                <a:lnTo>
                  <a:pt x="96466" y="247214"/>
                </a:lnTo>
                <a:lnTo>
                  <a:pt x="92331" y="234674"/>
                </a:lnTo>
                <a:lnTo>
                  <a:pt x="111387" y="221756"/>
                </a:lnTo>
                <a:lnTo>
                  <a:pt x="114420" y="221234"/>
                </a:lnTo>
                <a:lnTo>
                  <a:pt x="117986" y="221886"/>
                </a:lnTo>
                <a:lnTo>
                  <a:pt x="120916" y="221434"/>
                </a:lnTo>
                <a:lnTo>
                  <a:pt x="121706" y="222433"/>
                </a:lnTo>
                <a:lnTo>
                  <a:pt x="122496" y="223431"/>
                </a:lnTo>
                <a:lnTo>
                  <a:pt x="171131" y="190462"/>
                </a:lnTo>
                <a:lnTo>
                  <a:pt x="177128" y="187932"/>
                </a:lnTo>
                <a:lnTo>
                  <a:pt x="186398" y="184716"/>
                </a:lnTo>
                <a:lnTo>
                  <a:pt x="134407" y="219960"/>
                </a:lnTo>
                <a:lnTo>
                  <a:pt x="131226" y="223651"/>
                </a:lnTo>
                <a:close/>
              </a:path>
              <a:path w="802639" h="390525">
                <a:moveTo>
                  <a:pt x="160419" y="197724"/>
                </a:moveTo>
                <a:lnTo>
                  <a:pt x="122496" y="223431"/>
                </a:lnTo>
                <a:lnTo>
                  <a:pt x="124078" y="220824"/>
                </a:lnTo>
                <a:lnTo>
                  <a:pt x="124922" y="217184"/>
                </a:lnTo>
                <a:lnTo>
                  <a:pt x="126591" y="212984"/>
                </a:lnTo>
                <a:lnTo>
                  <a:pt x="127752" y="212197"/>
                </a:lnTo>
                <a:lnTo>
                  <a:pt x="134592" y="210629"/>
                </a:lnTo>
                <a:lnTo>
                  <a:pt x="140101" y="208429"/>
                </a:lnTo>
                <a:lnTo>
                  <a:pt x="153819" y="199129"/>
                </a:lnTo>
                <a:lnTo>
                  <a:pt x="160419" y="197724"/>
                </a:lnTo>
                <a:close/>
              </a:path>
              <a:path w="802639" h="390525">
                <a:moveTo>
                  <a:pt x="152860" y="199779"/>
                </a:moveTo>
                <a:lnTo>
                  <a:pt x="140101" y="208429"/>
                </a:lnTo>
                <a:lnTo>
                  <a:pt x="147356" y="201976"/>
                </a:lnTo>
                <a:lnTo>
                  <a:pt x="150709" y="199704"/>
                </a:lnTo>
                <a:lnTo>
                  <a:pt x="152860" y="199779"/>
                </a:lnTo>
                <a:close/>
              </a:path>
              <a:path w="802639" h="390525">
                <a:moveTo>
                  <a:pt x="323992" y="135938"/>
                </a:moveTo>
                <a:lnTo>
                  <a:pt x="37487" y="330155"/>
                </a:lnTo>
                <a:lnTo>
                  <a:pt x="24631" y="331198"/>
                </a:lnTo>
                <a:lnTo>
                  <a:pt x="17232" y="330077"/>
                </a:lnTo>
                <a:lnTo>
                  <a:pt x="10756" y="329864"/>
                </a:lnTo>
                <a:lnTo>
                  <a:pt x="3032" y="328963"/>
                </a:lnTo>
                <a:lnTo>
                  <a:pt x="1033" y="324181"/>
                </a:lnTo>
                <a:lnTo>
                  <a:pt x="3229" y="313486"/>
                </a:lnTo>
                <a:lnTo>
                  <a:pt x="2758" y="310737"/>
                </a:lnTo>
                <a:lnTo>
                  <a:pt x="3112" y="307428"/>
                </a:lnTo>
                <a:lnTo>
                  <a:pt x="4005" y="308357"/>
                </a:lnTo>
                <a:lnTo>
                  <a:pt x="4667" y="309443"/>
                </a:lnTo>
                <a:lnTo>
                  <a:pt x="6736" y="311109"/>
                </a:lnTo>
                <a:lnTo>
                  <a:pt x="8197" y="311653"/>
                </a:lnTo>
                <a:lnTo>
                  <a:pt x="133982" y="226385"/>
                </a:lnTo>
                <a:lnTo>
                  <a:pt x="136310" y="227876"/>
                </a:lnTo>
                <a:lnTo>
                  <a:pt x="138870" y="229209"/>
                </a:lnTo>
                <a:lnTo>
                  <a:pt x="234230" y="164566"/>
                </a:lnTo>
                <a:lnTo>
                  <a:pt x="285233" y="146869"/>
                </a:lnTo>
                <a:lnTo>
                  <a:pt x="287518" y="146854"/>
                </a:lnTo>
                <a:lnTo>
                  <a:pt x="289246" y="145683"/>
                </a:lnTo>
                <a:lnTo>
                  <a:pt x="301028" y="142299"/>
                </a:lnTo>
                <a:lnTo>
                  <a:pt x="303967" y="140306"/>
                </a:lnTo>
                <a:lnTo>
                  <a:pt x="314670" y="137654"/>
                </a:lnTo>
                <a:lnTo>
                  <a:pt x="323992" y="135938"/>
                </a:lnTo>
                <a:close/>
              </a:path>
              <a:path w="802639" h="390525">
                <a:moveTo>
                  <a:pt x="231309" y="166546"/>
                </a:moveTo>
                <a:lnTo>
                  <a:pt x="138870" y="229209"/>
                </a:lnTo>
                <a:lnTo>
                  <a:pt x="139266" y="227406"/>
                </a:lnTo>
                <a:lnTo>
                  <a:pt x="140401" y="226637"/>
                </a:lnTo>
                <a:lnTo>
                  <a:pt x="140797" y="224834"/>
                </a:lnTo>
                <a:lnTo>
                  <a:pt x="138675" y="223204"/>
                </a:lnTo>
                <a:lnTo>
                  <a:pt x="136528" y="221591"/>
                </a:lnTo>
                <a:lnTo>
                  <a:pt x="134407" y="219960"/>
                </a:lnTo>
                <a:lnTo>
                  <a:pt x="189020" y="182939"/>
                </a:lnTo>
                <a:lnTo>
                  <a:pt x="194976" y="180436"/>
                </a:lnTo>
                <a:lnTo>
                  <a:pt x="204276" y="177200"/>
                </a:lnTo>
                <a:lnTo>
                  <a:pt x="217160" y="171535"/>
                </a:lnTo>
                <a:lnTo>
                  <a:pt x="220770" y="169088"/>
                </a:lnTo>
                <a:lnTo>
                  <a:pt x="225015" y="167744"/>
                </a:lnTo>
                <a:lnTo>
                  <a:pt x="231309" y="166546"/>
                </a:lnTo>
                <a:close/>
              </a:path>
              <a:path w="802639" h="390525">
                <a:moveTo>
                  <a:pt x="41732" y="328812"/>
                </a:moveTo>
                <a:lnTo>
                  <a:pt x="38715" y="330857"/>
                </a:lnTo>
                <a:lnTo>
                  <a:pt x="39008" y="329124"/>
                </a:lnTo>
                <a:lnTo>
                  <a:pt x="41732" y="328812"/>
                </a:lnTo>
                <a:close/>
              </a:path>
              <a:path w="802639" h="390525">
                <a:moveTo>
                  <a:pt x="75072" y="359912"/>
                </a:moveTo>
                <a:lnTo>
                  <a:pt x="71728" y="362178"/>
                </a:lnTo>
                <a:lnTo>
                  <a:pt x="70931" y="358116"/>
                </a:lnTo>
                <a:lnTo>
                  <a:pt x="69231" y="354665"/>
                </a:lnTo>
                <a:lnTo>
                  <a:pt x="63903" y="356743"/>
                </a:lnTo>
                <a:lnTo>
                  <a:pt x="57656" y="357909"/>
                </a:lnTo>
                <a:lnTo>
                  <a:pt x="55999" y="355964"/>
                </a:lnTo>
                <a:lnTo>
                  <a:pt x="56887" y="349224"/>
                </a:lnTo>
                <a:lnTo>
                  <a:pt x="57086" y="346021"/>
                </a:lnTo>
                <a:lnTo>
                  <a:pt x="57131" y="342922"/>
                </a:lnTo>
                <a:lnTo>
                  <a:pt x="58294" y="337531"/>
                </a:lnTo>
                <a:lnTo>
                  <a:pt x="59386" y="335256"/>
                </a:lnTo>
                <a:lnTo>
                  <a:pt x="60282" y="331580"/>
                </a:lnTo>
                <a:lnTo>
                  <a:pt x="54775" y="329176"/>
                </a:lnTo>
                <a:lnTo>
                  <a:pt x="47180" y="328187"/>
                </a:lnTo>
                <a:lnTo>
                  <a:pt x="41732" y="328812"/>
                </a:lnTo>
                <a:lnTo>
                  <a:pt x="328301" y="134551"/>
                </a:lnTo>
                <a:lnTo>
                  <a:pt x="341264" y="130367"/>
                </a:lnTo>
                <a:lnTo>
                  <a:pt x="348542" y="128501"/>
                </a:lnTo>
                <a:lnTo>
                  <a:pt x="356053" y="126479"/>
                </a:lnTo>
                <a:lnTo>
                  <a:pt x="374021" y="120435"/>
                </a:lnTo>
                <a:lnTo>
                  <a:pt x="408045" y="111180"/>
                </a:lnTo>
                <a:lnTo>
                  <a:pt x="413803" y="108811"/>
                </a:lnTo>
                <a:lnTo>
                  <a:pt x="171988" y="272734"/>
                </a:lnTo>
                <a:lnTo>
                  <a:pt x="172871" y="275203"/>
                </a:lnTo>
                <a:lnTo>
                  <a:pt x="177511" y="276661"/>
                </a:lnTo>
                <a:lnTo>
                  <a:pt x="182098" y="278154"/>
                </a:lnTo>
                <a:lnTo>
                  <a:pt x="224074" y="249699"/>
                </a:lnTo>
                <a:lnTo>
                  <a:pt x="220759" y="255016"/>
                </a:lnTo>
                <a:lnTo>
                  <a:pt x="226397" y="252728"/>
                </a:lnTo>
                <a:lnTo>
                  <a:pt x="229791" y="251961"/>
                </a:lnTo>
                <a:lnTo>
                  <a:pt x="73242" y="358083"/>
                </a:lnTo>
                <a:lnTo>
                  <a:pt x="75072" y="359912"/>
                </a:lnTo>
                <a:close/>
              </a:path>
              <a:path w="802639" h="390525">
                <a:moveTo>
                  <a:pt x="224074" y="249699"/>
                </a:moveTo>
                <a:lnTo>
                  <a:pt x="182098" y="278154"/>
                </a:lnTo>
                <a:lnTo>
                  <a:pt x="183160" y="268229"/>
                </a:lnTo>
                <a:lnTo>
                  <a:pt x="178451" y="269887"/>
                </a:lnTo>
                <a:lnTo>
                  <a:pt x="175588" y="271827"/>
                </a:lnTo>
                <a:lnTo>
                  <a:pt x="171988" y="272734"/>
                </a:lnTo>
                <a:lnTo>
                  <a:pt x="413803" y="108811"/>
                </a:lnTo>
                <a:lnTo>
                  <a:pt x="439943" y="100297"/>
                </a:lnTo>
                <a:lnTo>
                  <a:pt x="225283" y="245811"/>
                </a:lnTo>
                <a:lnTo>
                  <a:pt x="224074" y="249699"/>
                </a:lnTo>
                <a:close/>
              </a:path>
              <a:path w="802639" h="390525">
                <a:moveTo>
                  <a:pt x="256332" y="241641"/>
                </a:moveTo>
                <a:lnTo>
                  <a:pt x="88203" y="355613"/>
                </a:lnTo>
                <a:lnTo>
                  <a:pt x="88548" y="353845"/>
                </a:lnTo>
                <a:lnTo>
                  <a:pt x="87319" y="353144"/>
                </a:lnTo>
                <a:lnTo>
                  <a:pt x="85559" y="351268"/>
                </a:lnTo>
                <a:lnTo>
                  <a:pt x="235867" y="249377"/>
                </a:lnTo>
                <a:lnTo>
                  <a:pt x="229271" y="244643"/>
                </a:lnTo>
                <a:lnTo>
                  <a:pt x="225283" y="245811"/>
                </a:lnTo>
                <a:lnTo>
                  <a:pt x="439943" y="100297"/>
                </a:lnTo>
                <a:lnTo>
                  <a:pt x="450490" y="97750"/>
                </a:lnTo>
                <a:lnTo>
                  <a:pt x="455909" y="95611"/>
                </a:lnTo>
                <a:lnTo>
                  <a:pt x="248866" y="235962"/>
                </a:lnTo>
                <a:lnTo>
                  <a:pt x="244421" y="240510"/>
                </a:lnTo>
                <a:lnTo>
                  <a:pt x="248322" y="240934"/>
                </a:lnTo>
                <a:lnTo>
                  <a:pt x="253399" y="242095"/>
                </a:lnTo>
                <a:lnTo>
                  <a:pt x="256332" y="241641"/>
                </a:lnTo>
                <a:close/>
              </a:path>
              <a:path w="802639" h="390525">
                <a:moveTo>
                  <a:pt x="274633" y="230769"/>
                </a:moveTo>
                <a:lnTo>
                  <a:pt x="257996" y="242047"/>
                </a:lnTo>
                <a:lnTo>
                  <a:pt x="253050" y="236194"/>
                </a:lnTo>
                <a:lnTo>
                  <a:pt x="248866" y="235962"/>
                </a:lnTo>
                <a:lnTo>
                  <a:pt x="455909" y="95611"/>
                </a:lnTo>
                <a:lnTo>
                  <a:pt x="465107" y="93978"/>
                </a:lnTo>
                <a:lnTo>
                  <a:pt x="471656" y="91073"/>
                </a:lnTo>
                <a:lnTo>
                  <a:pt x="476001" y="89662"/>
                </a:lnTo>
                <a:lnTo>
                  <a:pt x="274734" y="226098"/>
                </a:lnTo>
                <a:lnTo>
                  <a:pt x="274235" y="227971"/>
                </a:lnTo>
                <a:lnTo>
                  <a:pt x="273048" y="228775"/>
                </a:lnTo>
                <a:lnTo>
                  <a:pt x="273581" y="229949"/>
                </a:lnTo>
                <a:lnTo>
                  <a:pt x="274633" y="230769"/>
                </a:lnTo>
                <a:close/>
              </a:path>
              <a:path w="802639" h="390525">
                <a:moveTo>
                  <a:pt x="68450" y="385881"/>
                </a:moveTo>
                <a:lnTo>
                  <a:pt x="62116" y="388640"/>
                </a:lnTo>
                <a:lnTo>
                  <a:pt x="58000" y="389896"/>
                </a:lnTo>
                <a:lnTo>
                  <a:pt x="53248" y="390049"/>
                </a:lnTo>
                <a:lnTo>
                  <a:pt x="48935" y="389904"/>
                </a:lnTo>
                <a:lnTo>
                  <a:pt x="44854" y="389602"/>
                </a:lnTo>
                <a:lnTo>
                  <a:pt x="45001" y="386433"/>
                </a:lnTo>
                <a:lnTo>
                  <a:pt x="46609" y="383809"/>
                </a:lnTo>
                <a:lnTo>
                  <a:pt x="48862" y="380747"/>
                </a:lnTo>
                <a:lnTo>
                  <a:pt x="50325" y="376687"/>
                </a:lnTo>
                <a:lnTo>
                  <a:pt x="52768" y="371963"/>
                </a:lnTo>
                <a:lnTo>
                  <a:pt x="55011" y="370442"/>
                </a:lnTo>
                <a:lnTo>
                  <a:pt x="66493" y="365727"/>
                </a:lnTo>
                <a:lnTo>
                  <a:pt x="75072" y="359912"/>
                </a:lnTo>
                <a:lnTo>
                  <a:pt x="76892" y="361746"/>
                </a:lnTo>
                <a:lnTo>
                  <a:pt x="81137" y="360403"/>
                </a:lnTo>
                <a:lnTo>
                  <a:pt x="256332" y="241641"/>
                </a:lnTo>
                <a:lnTo>
                  <a:pt x="257996" y="242047"/>
                </a:lnTo>
                <a:lnTo>
                  <a:pt x="274633" y="230769"/>
                </a:lnTo>
                <a:lnTo>
                  <a:pt x="277849" y="233192"/>
                </a:lnTo>
                <a:lnTo>
                  <a:pt x="284622" y="230136"/>
                </a:lnTo>
                <a:lnTo>
                  <a:pt x="506822" y="79509"/>
                </a:lnTo>
                <a:lnTo>
                  <a:pt x="519785" y="76859"/>
                </a:lnTo>
                <a:lnTo>
                  <a:pt x="205575" y="289857"/>
                </a:lnTo>
                <a:lnTo>
                  <a:pt x="204714" y="291975"/>
                </a:lnTo>
                <a:lnTo>
                  <a:pt x="73746" y="380757"/>
                </a:lnTo>
                <a:lnTo>
                  <a:pt x="68450" y="385881"/>
                </a:lnTo>
                <a:close/>
              </a:path>
              <a:path w="802639" h="390525">
                <a:moveTo>
                  <a:pt x="235867" y="249377"/>
                </a:moveTo>
                <a:lnTo>
                  <a:pt x="84785" y="351793"/>
                </a:lnTo>
                <a:lnTo>
                  <a:pt x="80669" y="353049"/>
                </a:lnTo>
                <a:lnTo>
                  <a:pt x="229791" y="251961"/>
                </a:lnTo>
                <a:lnTo>
                  <a:pt x="235867" y="249377"/>
                </a:lnTo>
                <a:close/>
              </a:path>
              <a:path w="802639" h="390525">
                <a:moveTo>
                  <a:pt x="500659" y="83687"/>
                </a:moveTo>
                <a:lnTo>
                  <a:pt x="284622" y="230136"/>
                </a:lnTo>
                <a:lnTo>
                  <a:pt x="285088" y="225216"/>
                </a:lnTo>
                <a:lnTo>
                  <a:pt x="281900" y="225843"/>
                </a:lnTo>
                <a:lnTo>
                  <a:pt x="279150" y="226173"/>
                </a:lnTo>
                <a:lnTo>
                  <a:pt x="276246" y="226607"/>
                </a:lnTo>
                <a:lnTo>
                  <a:pt x="274734" y="226098"/>
                </a:lnTo>
                <a:lnTo>
                  <a:pt x="476001" y="89662"/>
                </a:lnTo>
                <a:lnTo>
                  <a:pt x="486130" y="87399"/>
                </a:lnTo>
                <a:lnTo>
                  <a:pt x="500659" y="83687"/>
                </a:lnTo>
                <a:close/>
              </a:path>
              <a:path w="802639" h="390525">
                <a:moveTo>
                  <a:pt x="221115" y="290063"/>
                </a:moveTo>
                <a:lnTo>
                  <a:pt x="215385" y="293947"/>
                </a:lnTo>
                <a:lnTo>
                  <a:pt x="216452" y="291690"/>
                </a:lnTo>
                <a:lnTo>
                  <a:pt x="209424" y="290317"/>
                </a:lnTo>
                <a:lnTo>
                  <a:pt x="205833" y="289683"/>
                </a:lnTo>
                <a:lnTo>
                  <a:pt x="520512" y="76366"/>
                </a:lnTo>
                <a:lnTo>
                  <a:pt x="527027" y="75018"/>
                </a:lnTo>
                <a:lnTo>
                  <a:pt x="530627" y="74113"/>
                </a:lnTo>
                <a:lnTo>
                  <a:pt x="215629" y="287645"/>
                </a:lnTo>
                <a:lnTo>
                  <a:pt x="219675" y="289505"/>
                </a:lnTo>
                <a:lnTo>
                  <a:pt x="221115" y="290063"/>
                </a:lnTo>
                <a:close/>
              </a:path>
              <a:path w="802639" h="390525">
                <a:moveTo>
                  <a:pt x="97869" y="372075"/>
                </a:moveTo>
                <a:lnTo>
                  <a:pt x="86417" y="376770"/>
                </a:lnTo>
                <a:lnTo>
                  <a:pt x="80002" y="378050"/>
                </a:lnTo>
                <a:lnTo>
                  <a:pt x="73746" y="380757"/>
                </a:lnTo>
                <a:lnTo>
                  <a:pt x="205184" y="291657"/>
                </a:lnTo>
                <a:lnTo>
                  <a:pt x="208486" y="292487"/>
                </a:lnTo>
                <a:lnTo>
                  <a:pt x="211699" y="293377"/>
                </a:lnTo>
                <a:lnTo>
                  <a:pt x="102537" y="367376"/>
                </a:lnTo>
                <a:lnTo>
                  <a:pt x="97869" y="372075"/>
                </a:lnTo>
                <a:close/>
              </a:path>
              <a:path w="802639" h="390525">
                <a:moveTo>
                  <a:pt x="240145" y="284835"/>
                </a:moveTo>
                <a:lnTo>
                  <a:pt x="235993" y="287649"/>
                </a:lnTo>
                <a:lnTo>
                  <a:pt x="235522" y="284900"/>
                </a:lnTo>
                <a:lnTo>
                  <a:pt x="235824" y="281626"/>
                </a:lnTo>
                <a:lnTo>
                  <a:pt x="234322" y="279576"/>
                </a:lnTo>
                <a:lnTo>
                  <a:pt x="230447" y="279134"/>
                </a:lnTo>
                <a:lnTo>
                  <a:pt x="228925" y="280166"/>
                </a:lnTo>
                <a:lnTo>
                  <a:pt x="224500" y="281631"/>
                </a:lnTo>
                <a:lnTo>
                  <a:pt x="236464" y="273521"/>
                </a:lnTo>
                <a:lnTo>
                  <a:pt x="240145" y="284835"/>
                </a:lnTo>
                <a:close/>
              </a:path>
              <a:path w="802639" h="390525">
                <a:moveTo>
                  <a:pt x="300125" y="259518"/>
                </a:moveTo>
                <a:lnTo>
                  <a:pt x="296368" y="262065"/>
                </a:lnTo>
                <a:lnTo>
                  <a:pt x="297512" y="259755"/>
                </a:lnTo>
                <a:lnTo>
                  <a:pt x="286715" y="253266"/>
                </a:lnTo>
                <a:lnTo>
                  <a:pt x="279366" y="258247"/>
                </a:lnTo>
                <a:lnTo>
                  <a:pt x="270970" y="260870"/>
                </a:lnTo>
                <a:lnTo>
                  <a:pt x="247876" y="271922"/>
                </a:lnTo>
                <a:lnTo>
                  <a:pt x="246896" y="272586"/>
                </a:lnTo>
                <a:lnTo>
                  <a:pt x="236619" y="273416"/>
                </a:lnTo>
                <a:lnTo>
                  <a:pt x="530627" y="74113"/>
                </a:lnTo>
                <a:lnTo>
                  <a:pt x="533648" y="73598"/>
                </a:lnTo>
                <a:lnTo>
                  <a:pt x="540482" y="72034"/>
                </a:lnTo>
                <a:lnTo>
                  <a:pt x="548837" y="66371"/>
                </a:lnTo>
                <a:lnTo>
                  <a:pt x="567704" y="61253"/>
                </a:lnTo>
                <a:lnTo>
                  <a:pt x="575595" y="58972"/>
                </a:lnTo>
                <a:lnTo>
                  <a:pt x="295705" y="248706"/>
                </a:lnTo>
                <a:lnTo>
                  <a:pt x="297868" y="251842"/>
                </a:lnTo>
                <a:lnTo>
                  <a:pt x="298210" y="254678"/>
                </a:lnTo>
                <a:lnTo>
                  <a:pt x="298562" y="255974"/>
                </a:lnTo>
                <a:lnTo>
                  <a:pt x="298604" y="257480"/>
                </a:lnTo>
                <a:lnTo>
                  <a:pt x="298156" y="259318"/>
                </a:lnTo>
                <a:lnTo>
                  <a:pt x="300125" y="259518"/>
                </a:lnTo>
                <a:close/>
              </a:path>
              <a:path w="802639" h="390525">
                <a:moveTo>
                  <a:pt x="271067" y="271544"/>
                </a:moveTo>
                <a:lnTo>
                  <a:pt x="171196" y="339245"/>
                </a:lnTo>
                <a:lnTo>
                  <a:pt x="166951" y="340589"/>
                </a:lnTo>
                <a:lnTo>
                  <a:pt x="163367" y="343018"/>
                </a:lnTo>
                <a:lnTo>
                  <a:pt x="154067" y="347788"/>
                </a:lnTo>
                <a:lnTo>
                  <a:pt x="148275" y="350180"/>
                </a:lnTo>
                <a:lnTo>
                  <a:pt x="127968" y="359343"/>
                </a:lnTo>
                <a:lnTo>
                  <a:pt x="120824" y="362651"/>
                </a:lnTo>
                <a:lnTo>
                  <a:pt x="114577" y="363818"/>
                </a:lnTo>
                <a:lnTo>
                  <a:pt x="109171" y="365948"/>
                </a:lnTo>
                <a:lnTo>
                  <a:pt x="103001" y="367062"/>
                </a:lnTo>
                <a:lnTo>
                  <a:pt x="211699" y="293377"/>
                </a:lnTo>
                <a:lnTo>
                  <a:pt x="215385" y="293947"/>
                </a:lnTo>
                <a:lnTo>
                  <a:pt x="221115" y="290063"/>
                </a:lnTo>
                <a:lnTo>
                  <a:pt x="222312" y="290786"/>
                </a:lnTo>
                <a:lnTo>
                  <a:pt x="225749" y="291525"/>
                </a:lnTo>
                <a:lnTo>
                  <a:pt x="232393" y="287021"/>
                </a:lnTo>
                <a:lnTo>
                  <a:pt x="233583" y="287748"/>
                </a:lnTo>
                <a:lnTo>
                  <a:pt x="234739" y="286965"/>
                </a:lnTo>
                <a:lnTo>
                  <a:pt x="235993" y="287649"/>
                </a:lnTo>
                <a:lnTo>
                  <a:pt x="242388" y="283314"/>
                </a:lnTo>
                <a:lnTo>
                  <a:pt x="245060" y="283037"/>
                </a:lnTo>
                <a:lnTo>
                  <a:pt x="254608" y="279633"/>
                </a:lnTo>
                <a:lnTo>
                  <a:pt x="271067" y="271544"/>
                </a:lnTo>
                <a:close/>
              </a:path>
              <a:path w="802639" h="390525">
                <a:moveTo>
                  <a:pt x="548837" y="66371"/>
                </a:moveTo>
                <a:lnTo>
                  <a:pt x="542184" y="70881"/>
                </a:lnTo>
                <a:lnTo>
                  <a:pt x="544566" y="67732"/>
                </a:lnTo>
                <a:lnTo>
                  <a:pt x="548837" y="66371"/>
                </a:lnTo>
                <a:close/>
              </a:path>
              <a:path w="802639" h="390525">
                <a:moveTo>
                  <a:pt x="232273" y="287102"/>
                </a:moveTo>
                <a:lnTo>
                  <a:pt x="226703" y="290878"/>
                </a:lnTo>
                <a:lnTo>
                  <a:pt x="227753" y="287097"/>
                </a:lnTo>
                <a:lnTo>
                  <a:pt x="229103" y="284648"/>
                </a:lnTo>
                <a:lnTo>
                  <a:pt x="232273" y="287102"/>
                </a:lnTo>
                <a:close/>
              </a:path>
              <a:path w="802639" h="390525">
                <a:moveTo>
                  <a:pt x="321033" y="251481"/>
                </a:moveTo>
                <a:lnTo>
                  <a:pt x="314432" y="255956"/>
                </a:lnTo>
                <a:lnTo>
                  <a:pt x="315447" y="253734"/>
                </a:lnTo>
                <a:lnTo>
                  <a:pt x="314702" y="249636"/>
                </a:lnTo>
                <a:lnTo>
                  <a:pt x="305914" y="246388"/>
                </a:lnTo>
                <a:lnTo>
                  <a:pt x="301642" y="247749"/>
                </a:lnTo>
                <a:lnTo>
                  <a:pt x="295705" y="248706"/>
                </a:lnTo>
                <a:lnTo>
                  <a:pt x="577211" y="57877"/>
                </a:lnTo>
                <a:lnTo>
                  <a:pt x="586761" y="54471"/>
                </a:lnTo>
                <a:lnTo>
                  <a:pt x="609551" y="45160"/>
                </a:lnTo>
                <a:lnTo>
                  <a:pt x="621601" y="41594"/>
                </a:lnTo>
                <a:lnTo>
                  <a:pt x="322592" y="244287"/>
                </a:lnTo>
                <a:lnTo>
                  <a:pt x="321861" y="246318"/>
                </a:lnTo>
                <a:lnTo>
                  <a:pt x="321336" y="248208"/>
                </a:lnTo>
                <a:lnTo>
                  <a:pt x="320769" y="248592"/>
                </a:lnTo>
                <a:lnTo>
                  <a:pt x="320914" y="250028"/>
                </a:lnTo>
                <a:lnTo>
                  <a:pt x="321033" y="251481"/>
                </a:lnTo>
                <a:close/>
              </a:path>
              <a:path w="802639" h="390525">
                <a:moveTo>
                  <a:pt x="297980" y="283986"/>
                </a:moveTo>
                <a:lnTo>
                  <a:pt x="287581" y="287967"/>
                </a:lnTo>
                <a:lnTo>
                  <a:pt x="280209" y="288362"/>
                </a:lnTo>
                <a:lnTo>
                  <a:pt x="266947" y="294283"/>
                </a:lnTo>
                <a:lnTo>
                  <a:pt x="252526" y="300990"/>
                </a:lnTo>
                <a:lnTo>
                  <a:pt x="227474" y="311836"/>
                </a:lnTo>
                <a:lnTo>
                  <a:pt x="215787" y="318224"/>
                </a:lnTo>
                <a:lnTo>
                  <a:pt x="203375" y="323569"/>
                </a:lnTo>
                <a:lnTo>
                  <a:pt x="191672" y="329968"/>
                </a:lnTo>
                <a:lnTo>
                  <a:pt x="179258" y="335314"/>
                </a:lnTo>
                <a:lnTo>
                  <a:pt x="176757" y="337010"/>
                </a:lnTo>
                <a:lnTo>
                  <a:pt x="173672" y="337567"/>
                </a:lnTo>
                <a:lnTo>
                  <a:pt x="277127" y="267437"/>
                </a:lnTo>
                <a:lnTo>
                  <a:pt x="281288" y="263082"/>
                </a:lnTo>
                <a:lnTo>
                  <a:pt x="282780" y="263604"/>
                </a:lnTo>
                <a:lnTo>
                  <a:pt x="287971" y="266223"/>
                </a:lnTo>
                <a:lnTo>
                  <a:pt x="289173" y="266942"/>
                </a:lnTo>
                <a:lnTo>
                  <a:pt x="300125" y="259518"/>
                </a:lnTo>
                <a:lnTo>
                  <a:pt x="304043" y="258396"/>
                </a:lnTo>
                <a:lnTo>
                  <a:pt x="309181" y="257982"/>
                </a:lnTo>
                <a:lnTo>
                  <a:pt x="314432" y="255956"/>
                </a:lnTo>
                <a:lnTo>
                  <a:pt x="321033" y="251481"/>
                </a:lnTo>
                <a:lnTo>
                  <a:pt x="323448" y="251379"/>
                </a:lnTo>
                <a:lnTo>
                  <a:pt x="325914" y="251242"/>
                </a:lnTo>
                <a:lnTo>
                  <a:pt x="648847" y="32330"/>
                </a:lnTo>
                <a:lnTo>
                  <a:pt x="675957" y="21624"/>
                </a:lnTo>
                <a:lnTo>
                  <a:pt x="686310" y="19209"/>
                </a:lnTo>
                <a:lnTo>
                  <a:pt x="301084" y="280348"/>
                </a:lnTo>
                <a:lnTo>
                  <a:pt x="297980" y="283986"/>
                </a:lnTo>
                <a:close/>
              </a:path>
              <a:path w="802639" h="390525">
                <a:moveTo>
                  <a:pt x="647723" y="33093"/>
                </a:moveTo>
                <a:lnTo>
                  <a:pt x="328776" y="249301"/>
                </a:lnTo>
                <a:lnTo>
                  <a:pt x="328950" y="246115"/>
                </a:lnTo>
                <a:lnTo>
                  <a:pt x="328066" y="243646"/>
                </a:lnTo>
                <a:lnTo>
                  <a:pt x="324784" y="242802"/>
                </a:lnTo>
                <a:lnTo>
                  <a:pt x="621601" y="41594"/>
                </a:lnTo>
                <a:lnTo>
                  <a:pt x="633418" y="38187"/>
                </a:lnTo>
                <a:lnTo>
                  <a:pt x="647723" y="33093"/>
                </a:lnTo>
                <a:close/>
              </a:path>
              <a:path w="802639" h="390525">
                <a:moveTo>
                  <a:pt x="730806" y="82638"/>
                </a:moveTo>
                <a:lnTo>
                  <a:pt x="712465" y="92003"/>
                </a:lnTo>
                <a:lnTo>
                  <a:pt x="697673" y="100495"/>
                </a:lnTo>
                <a:lnTo>
                  <a:pt x="661807" y="120206"/>
                </a:lnTo>
                <a:lnTo>
                  <a:pt x="650667" y="127757"/>
                </a:lnTo>
                <a:lnTo>
                  <a:pt x="644385" y="130482"/>
                </a:lnTo>
                <a:lnTo>
                  <a:pt x="623175" y="143325"/>
                </a:lnTo>
                <a:lnTo>
                  <a:pt x="601273" y="155104"/>
                </a:lnTo>
                <a:lnTo>
                  <a:pt x="585230" y="162911"/>
                </a:lnTo>
                <a:lnTo>
                  <a:pt x="576509" y="165754"/>
                </a:lnTo>
                <a:lnTo>
                  <a:pt x="568494" y="169653"/>
                </a:lnTo>
                <a:lnTo>
                  <a:pt x="555129" y="175644"/>
                </a:lnTo>
                <a:lnTo>
                  <a:pt x="549173" y="179682"/>
                </a:lnTo>
                <a:lnTo>
                  <a:pt x="538539" y="183822"/>
                </a:lnTo>
                <a:lnTo>
                  <a:pt x="528617" y="189013"/>
                </a:lnTo>
                <a:lnTo>
                  <a:pt x="498682" y="203169"/>
                </a:lnTo>
                <a:lnTo>
                  <a:pt x="468352" y="214523"/>
                </a:lnTo>
                <a:lnTo>
                  <a:pt x="440901" y="226994"/>
                </a:lnTo>
                <a:lnTo>
                  <a:pt x="436862" y="228198"/>
                </a:lnTo>
                <a:lnTo>
                  <a:pt x="429016" y="230448"/>
                </a:lnTo>
                <a:lnTo>
                  <a:pt x="427633" y="229851"/>
                </a:lnTo>
                <a:lnTo>
                  <a:pt x="419159" y="235595"/>
                </a:lnTo>
                <a:lnTo>
                  <a:pt x="411539" y="239227"/>
                </a:lnTo>
                <a:lnTo>
                  <a:pt x="395086" y="244243"/>
                </a:lnTo>
                <a:lnTo>
                  <a:pt x="386185" y="248742"/>
                </a:lnTo>
                <a:lnTo>
                  <a:pt x="358062" y="260135"/>
                </a:lnTo>
                <a:lnTo>
                  <a:pt x="324278" y="272297"/>
                </a:lnTo>
                <a:lnTo>
                  <a:pt x="310322" y="277154"/>
                </a:lnTo>
                <a:lnTo>
                  <a:pt x="307624" y="277449"/>
                </a:lnTo>
                <a:lnTo>
                  <a:pt x="301084" y="280348"/>
                </a:lnTo>
                <a:lnTo>
                  <a:pt x="686310" y="19209"/>
                </a:lnTo>
                <a:lnTo>
                  <a:pt x="690757" y="17729"/>
                </a:lnTo>
                <a:lnTo>
                  <a:pt x="697546" y="16195"/>
                </a:lnTo>
                <a:lnTo>
                  <a:pt x="700631" y="15639"/>
                </a:lnTo>
                <a:lnTo>
                  <a:pt x="702288" y="17584"/>
                </a:lnTo>
                <a:lnTo>
                  <a:pt x="704091" y="20965"/>
                </a:lnTo>
                <a:lnTo>
                  <a:pt x="708336" y="19621"/>
                </a:lnTo>
                <a:lnTo>
                  <a:pt x="714300" y="18647"/>
                </a:lnTo>
                <a:lnTo>
                  <a:pt x="728332" y="9135"/>
                </a:lnTo>
                <a:lnTo>
                  <a:pt x="730226" y="9385"/>
                </a:lnTo>
                <a:lnTo>
                  <a:pt x="733131" y="8950"/>
                </a:lnTo>
                <a:lnTo>
                  <a:pt x="736241" y="8376"/>
                </a:lnTo>
                <a:lnTo>
                  <a:pt x="739249" y="7871"/>
                </a:lnTo>
                <a:lnTo>
                  <a:pt x="755670" y="5946"/>
                </a:lnTo>
                <a:lnTo>
                  <a:pt x="757405" y="6304"/>
                </a:lnTo>
                <a:lnTo>
                  <a:pt x="763945" y="4939"/>
                </a:lnTo>
                <a:lnTo>
                  <a:pt x="771472" y="4439"/>
                </a:lnTo>
                <a:lnTo>
                  <a:pt x="778022" y="0"/>
                </a:lnTo>
                <a:lnTo>
                  <a:pt x="785504" y="2599"/>
                </a:lnTo>
                <a:lnTo>
                  <a:pt x="789731" y="4336"/>
                </a:lnTo>
                <a:lnTo>
                  <a:pt x="794628" y="5620"/>
                </a:lnTo>
                <a:lnTo>
                  <a:pt x="749321" y="36332"/>
                </a:lnTo>
                <a:lnTo>
                  <a:pt x="744352" y="42770"/>
                </a:lnTo>
                <a:lnTo>
                  <a:pt x="744935" y="43909"/>
                </a:lnTo>
                <a:lnTo>
                  <a:pt x="745545" y="45030"/>
                </a:lnTo>
                <a:lnTo>
                  <a:pt x="745416" y="45117"/>
                </a:lnTo>
                <a:lnTo>
                  <a:pt x="756898" y="40402"/>
                </a:lnTo>
                <a:lnTo>
                  <a:pt x="759869" y="39922"/>
                </a:lnTo>
                <a:lnTo>
                  <a:pt x="711014" y="73040"/>
                </a:lnTo>
                <a:lnTo>
                  <a:pt x="708478" y="76294"/>
                </a:lnTo>
                <a:lnTo>
                  <a:pt x="705761" y="79670"/>
                </a:lnTo>
                <a:lnTo>
                  <a:pt x="713837" y="81867"/>
                </a:lnTo>
                <a:lnTo>
                  <a:pt x="741519" y="63101"/>
                </a:lnTo>
                <a:lnTo>
                  <a:pt x="744829" y="65460"/>
                </a:lnTo>
                <a:lnTo>
                  <a:pt x="754786" y="58711"/>
                </a:lnTo>
                <a:lnTo>
                  <a:pt x="755908" y="59485"/>
                </a:lnTo>
                <a:lnTo>
                  <a:pt x="759741" y="58421"/>
                </a:lnTo>
                <a:lnTo>
                  <a:pt x="760377" y="59524"/>
                </a:lnTo>
                <a:lnTo>
                  <a:pt x="761014" y="60627"/>
                </a:lnTo>
                <a:lnTo>
                  <a:pt x="733033" y="79594"/>
                </a:lnTo>
                <a:lnTo>
                  <a:pt x="730806" y="82638"/>
                </a:lnTo>
                <a:close/>
              </a:path>
              <a:path w="802639" h="390525">
                <a:moveTo>
                  <a:pt x="728332" y="9135"/>
                </a:moveTo>
                <a:lnTo>
                  <a:pt x="714300" y="18647"/>
                </a:lnTo>
                <a:lnTo>
                  <a:pt x="714876" y="16722"/>
                </a:lnTo>
                <a:lnTo>
                  <a:pt x="716583" y="6359"/>
                </a:lnTo>
                <a:lnTo>
                  <a:pt x="723756" y="9168"/>
                </a:lnTo>
                <a:lnTo>
                  <a:pt x="728332" y="9135"/>
                </a:lnTo>
                <a:close/>
              </a:path>
              <a:path w="802639" h="390525">
                <a:moveTo>
                  <a:pt x="802375" y="11108"/>
                </a:moveTo>
                <a:lnTo>
                  <a:pt x="763257" y="37625"/>
                </a:lnTo>
                <a:lnTo>
                  <a:pt x="756755" y="34362"/>
                </a:lnTo>
                <a:lnTo>
                  <a:pt x="749321" y="36332"/>
                </a:lnTo>
                <a:lnTo>
                  <a:pt x="794956" y="5397"/>
                </a:lnTo>
                <a:lnTo>
                  <a:pt x="797858" y="6499"/>
                </a:lnTo>
                <a:lnTo>
                  <a:pt x="800160" y="8007"/>
                </a:lnTo>
                <a:lnTo>
                  <a:pt x="802375" y="11108"/>
                </a:lnTo>
                <a:close/>
              </a:path>
              <a:path w="802639" h="390525">
                <a:moveTo>
                  <a:pt x="741519" y="63101"/>
                </a:moveTo>
                <a:lnTo>
                  <a:pt x="716647" y="79962"/>
                </a:lnTo>
                <a:lnTo>
                  <a:pt x="715347" y="70103"/>
                </a:lnTo>
                <a:lnTo>
                  <a:pt x="725403" y="63286"/>
                </a:lnTo>
                <a:lnTo>
                  <a:pt x="725162" y="64984"/>
                </a:lnTo>
                <a:lnTo>
                  <a:pt x="723563" y="66068"/>
                </a:lnTo>
                <a:lnTo>
                  <a:pt x="732757" y="65973"/>
                </a:lnTo>
                <a:lnTo>
                  <a:pt x="738922" y="61793"/>
                </a:lnTo>
                <a:lnTo>
                  <a:pt x="741519" y="63101"/>
                </a:lnTo>
                <a:close/>
              </a:path>
              <a:path w="802639" h="390525">
                <a:moveTo>
                  <a:pt x="754786" y="58711"/>
                </a:moveTo>
                <a:lnTo>
                  <a:pt x="748543" y="62943"/>
                </a:lnTo>
                <a:lnTo>
                  <a:pt x="750551" y="56979"/>
                </a:lnTo>
                <a:lnTo>
                  <a:pt x="739093" y="58609"/>
                </a:lnTo>
                <a:lnTo>
                  <a:pt x="732811" y="61333"/>
                </a:lnTo>
                <a:lnTo>
                  <a:pt x="726864" y="63831"/>
                </a:lnTo>
                <a:lnTo>
                  <a:pt x="725403" y="63286"/>
                </a:lnTo>
                <a:lnTo>
                  <a:pt x="791648" y="18380"/>
                </a:lnTo>
                <a:lnTo>
                  <a:pt x="790530" y="20672"/>
                </a:lnTo>
                <a:lnTo>
                  <a:pt x="791132" y="21798"/>
                </a:lnTo>
                <a:lnTo>
                  <a:pt x="769995" y="36127"/>
                </a:lnTo>
                <a:lnTo>
                  <a:pt x="773276" y="36971"/>
                </a:lnTo>
                <a:lnTo>
                  <a:pt x="754788" y="49504"/>
                </a:lnTo>
                <a:lnTo>
                  <a:pt x="754229" y="54486"/>
                </a:lnTo>
                <a:lnTo>
                  <a:pt x="750788" y="56818"/>
                </a:lnTo>
                <a:lnTo>
                  <a:pt x="754786" y="58711"/>
                </a:lnTo>
                <a:close/>
              </a:path>
              <a:path w="802639" h="390525">
                <a:moveTo>
                  <a:pt x="802021" y="14417"/>
                </a:moveTo>
                <a:lnTo>
                  <a:pt x="799030" y="16444"/>
                </a:lnTo>
                <a:lnTo>
                  <a:pt x="791648" y="18380"/>
                </a:lnTo>
                <a:lnTo>
                  <a:pt x="801898" y="11431"/>
                </a:lnTo>
                <a:lnTo>
                  <a:pt x="802134" y="12806"/>
                </a:lnTo>
                <a:lnTo>
                  <a:pt x="802021" y="14417"/>
                </a:lnTo>
                <a:close/>
              </a:path>
              <a:path w="802639" h="390525">
                <a:moveTo>
                  <a:pt x="793588" y="27805"/>
                </a:moveTo>
                <a:lnTo>
                  <a:pt x="778199" y="38237"/>
                </a:lnTo>
                <a:lnTo>
                  <a:pt x="781329" y="34581"/>
                </a:lnTo>
                <a:lnTo>
                  <a:pt x="783343" y="28613"/>
                </a:lnTo>
                <a:lnTo>
                  <a:pt x="779062" y="31515"/>
                </a:lnTo>
                <a:lnTo>
                  <a:pt x="774610" y="32998"/>
                </a:lnTo>
                <a:lnTo>
                  <a:pt x="791132" y="21798"/>
                </a:lnTo>
                <a:lnTo>
                  <a:pt x="793588" y="27805"/>
                </a:lnTo>
                <a:close/>
              </a:path>
              <a:path w="802639" h="390525">
                <a:moveTo>
                  <a:pt x="738922" y="61793"/>
                </a:moveTo>
                <a:lnTo>
                  <a:pt x="732757" y="65973"/>
                </a:lnTo>
                <a:lnTo>
                  <a:pt x="737975" y="60901"/>
                </a:lnTo>
                <a:lnTo>
                  <a:pt x="738922" y="61793"/>
                </a:lnTo>
                <a:close/>
              </a:path>
              <a:path w="802639" h="390525">
                <a:moveTo>
                  <a:pt x="775001" y="57282"/>
                </a:moveTo>
                <a:lnTo>
                  <a:pt x="766440" y="63085"/>
                </a:lnTo>
                <a:lnTo>
                  <a:pt x="767322" y="53282"/>
                </a:lnTo>
                <a:lnTo>
                  <a:pt x="761455" y="51122"/>
                </a:lnTo>
                <a:lnTo>
                  <a:pt x="754788" y="49504"/>
                </a:lnTo>
                <a:lnTo>
                  <a:pt x="773276" y="36971"/>
                </a:lnTo>
                <a:lnTo>
                  <a:pt x="778199" y="38237"/>
                </a:lnTo>
                <a:lnTo>
                  <a:pt x="793588" y="27805"/>
                </a:lnTo>
                <a:lnTo>
                  <a:pt x="794079" y="29006"/>
                </a:lnTo>
                <a:lnTo>
                  <a:pt x="778834" y="39340"/>
                </a:lnTo>
                <a:lnTo>
                  <a:pt x="775421" y="43188"/>
                </a:lnTo>
                <a:lnTo>
                  <a:pt x="772360" y="48332"/>
                </a:lnTo>
                <a:lnTo>
                  <a:pt x="773897" y="48824"/>
                </a:lnTo>
                <a:lnTo>
                  <a:pt x="774791" y="49753"/>
                </a:lnTo>
                <a:lnTo>
                  <a:pt x="775100" y="49543"/>
                </a:lnTo>
                <a:lnTo>
                  <a:pt x="777489" y="49458"/>
                </a:lnTo>
                <a:lnTo>
                  <a:pt x="781579" y="48220"/>
                </a:lnTo>
                <a:lnTo>
                  <a:pt x="780590" y="50425"/>
                </a:lnTo>
                <a:lnTo>
                  <a:pt x="779652" y="52595"/>
                </a:lnTo>
                <a:lnTo>
                  <a:pt x="775001" y="57282"/>
                </a:lnTo>
                <a:close/>
              </a:path>
              <a:path w="802639" h="390525">
                <a:moveTo>
                  <a:pt x="790126" y="36289"/>
                </a:moveTo>
                <a:lnTo>
                  <a:pt x="778834" y="39340"/>
                </a:lnTo>
                <a:lnTo>
                  <a:pt x="794079" y="29006"/>
                </a:lnTo>
                <a:lnTo>
                  <a:pt x="795061" y="31409"/>
                </a:lnTo>
                <a:lnTo>
                  <a:pt x="790126" y="36289"/>
                </a:lnTo>
                <a:close/>
              </a:path>
              <a:path w="802639" h="390525">
                <a:moveTo>
                  <a:pt x="755111" y="72300"/>
                </a:moveTo>
                <a:lnTo>
                  <a:pt x="750678" y="70702"/>
                </a:lnTo>
                <a:lnTo>
                  <a:pt x="739841" y="74979"/>
                </a:lnTo>
                <a:lnTo>
                  <a:pt x="761014" y="60627"/>
                </a:lnTo>
                <a:lnTo>
                  <a:pt x="761595" y="61767"/>
                </a:lnTo>
                <a:lnTo>
                  <a:pt x="760847" y="62274"/>
                </a:lnTo>
                <a:lnTo>
                  <a:pt x="758043" y="67243"/>
                </a:lnTo>
                <a:lnTo>
                  <a:pt x="755111" y="72300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/>
          <a:stretch>
            <a:fillRect/>
          </a:stretch>
        </p:blipFill>
        <p:spPr>
          <a:xfrm>
            <a:off x="3474886" y="4274001"/>
            <a:ext cx="843890" cy="243942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3942334" y="3529824"/>
            <a:ext cx="11276330" cy="1631314"/>
          </a:xfrm>
          <a:custGeom>
            <a:rect l="l" t="t" r="r" b="b"/>
            <a:pathLst>
              <a:path w="11276330" h="1631314">
                <a:moveTo>
                  <a:pt x="460121" y="503948"/>
                </a:moveTo>
                <a:lnTo>
                  <a:pt x="459359" y="501713"/>
                </a:lnTo>
                <a:lnTo>
                  <a:pt x="459219" y="498614"/>
                </a:lnTo>
                <a:lnTo>
                  <a:pt x="456069" y="496455"/>
                </a:lnTo>
                <a:lnTo>
                  <a:pt x="453085" y="497344"/>
                </a:lnTo>
                <a:lnTo>
                  <a:pt x="450735" y="497370"/>
                </a:lnTo>
                <a:lnTo>
                  <a:pt x="449999" y="499516"/>
                </a:lnTo>
                <a:lnTo>
                  <a:pt x="452615" y="501434"/>
                </a:lnTo>
                <a:lnTo>
                  <a:pt x="457898" y="505231"/>
                </a:lnTo>
                <a:lnTo>
                  <a:pt x="460121" y="503948"/>
                </a:lnTo>
                <a:close/>
              </a:path>
              <a:path w="11276330" h="1631314">
                <a:moveTo>
                  <a:pt x="706018" y="615010"/>
                </a:moveTo>
                <a:lnTo>
                  <a:pt x="703110" y="608558"/>
                </a:lnTo>
                <a:lnTo>
                  <a:pt x="701332" y="601929"/>
                </a:lnTo>
                <a:lnTo>
                  <a:pt x="697217" y="597535"/>
                </a:lnTo>
                <a:lnTo>
                  <a:pt x="685063" y="571893"/>
                </a:lnTo>
                <a:lnTo>
                  <a:pt x="683120" y="570471"/>
                </a:lnTo>
                <a:lnTo>
                  <a:pt x="679742" y="567042"/>
                </a:lnTo>
                <a:lnTo>
                  <a:pt x="677329" y="565099"/>
                </a:lnTo>
                <a:lnTo>
                  <a:pt x="675233" y="562825"/>
                </a:lnTo>
                <a:lnTo>
                  <a:pt x="645617" y="534619"/>
                </a:lnTo>
                <a:lnTo>
                  <a:pt x="638835" y="531456"/>
                </a:lnTo>
                <a:lnTo>
                  <a:pt x="629666" y="523125"/>
                </a:lnTo>
                <a:lnTo>
                  <a:pt x="616864" y="511035"/>
                </a:lnTo>
                <a:lnTo>
                  <a:pt x="610362" y="505117"/>
                </a:lnTo>
                <a:lnTo>
                  <a:pt x="605828" y="501078"/>
                </a:lnTo>
                <a:lnTo>
                  <a:pt x="600684" y="497713"/>
                </a:lnTo>
                <a:lnTo>
                  <a:pt x="591959" y="491502"/>
                </a:lnTo>
                <a:lnTo>
                  <a:pt x="587717" y="489407"/>
                </a:lnTo>
                <a:lnTo>
                  <a:pt x="579602" y="482155"/>
                </a:lnTo>
                <a:lnTo>
                  <a:pt x="576249" y="475665"/>
                </a:lnTo>
                <a:lnTo>
                  <a:pt x="565899" y="470776"/>
                </a:lnTo>
                <a:lnTo>
                  <a:pt x="564210" y="466623"/>
                </a:lnTo>
                <a:lnTo>
                  <a:pt x="560793" y="463626"/>
                </a:lnTo>
                <a:lnTo>
                  <a:pt x="553923" y="457898"/>
                </a:lnTo>
                <a:lnTo>
                  <a:pt x="539851" y="446798"/>
                </a:lnTo>
                <a:lnTo>
                  <a:pt x="532904" y="441134"/>
                </a:lnTo>
                <a:lnTo>
                  <a:pt x="527989" y="437007"/>
                </a:lnTo>
                <a:lnTo>
                  <a:pt x="523316" y="432396"/>
                </a:lnTo>
                <a:lnTo>
                  <a:pt x="516394" y="423341"/>
                </a:lnTo>
                <a:lnTo>
                  <a:pt x="514832" y="418198"/>
                </a:lnTo>
                <a:lnTo>
                  <a:pt x="507631" y="418185"/>
                </a:lnTo>
                <a:lnTo>
                  <a:pt x="506641" y="417233"/>
                </a:lnTo>
                <a:lnTo>
                  <a:pt x="505802" y="416598"/>
                </a:lnTo>
                <a:lnTo>
                  <a:pt x="498017" y="409536"/>
                </a:lnTo>
                <a:lnTo>
                  <a:pt x="490969" y="401701"/>
                </a:lnTo>
                <a:lnTo>
                  <a:pt x="483704" y="394119"/>
                </a:lnTo>
                <a:lnTo>
                  <a:pt x="475272" y="387769"/>
                </a:lnTo>
                <a:lnTo>
                  <a:pt x="474764" y="387477"/>
                </a:lnTo>
                <a:lnTo>
                  <a:pt x="474510" y="386702"/>
                </a:lnTo>
                <a:lnTo>
                  <a:pt x="470509" y="383019"/>
                </a:lnTo>
                <a:lnTo>
                  <a:pt x="467055" y="379717"/>
                </a:lnTo>
                <a:lnTo>
                  <a:pt x="458355" y="372478"/>
                </a:lnTo>
                <a:lnTo>
                  <a:pt x="451688" y="369468"/>
                </a:lnTo>
                <a:lnTo>
                  <a:pt x="448310" y="364274"/>
                </a:lnTo>
                <a:lnTo>
                  <a:pt x="441452" y="357263"/>
                </a:lnTo>
                <a:lnTo>
                  <a:pt x="433222" y="351637"/>
                </a:lnTo>
                <a:lnTo>
                  <a:pt x="425818" y="345300"/>
                </a:lnTo>
                <a:lnTo>
                  <a:pt x="421436" y="336118"/>
                </a:lnTo>
                <a:lnTo>
                  <a:pt x="421373" y="335788"/>
                </a:lnTo>
                <a:lnTo>
                  <a:pt x="420801" y="335572"/>
                </a:lnTo>
                <a:lnTo>
                  <a:pt x="391248" y="311569"/>
                </a:lnTo>
                <a:lnTo>
                  <a:pt x="389585" y="309499"/>
                </a:lnTo>
                <a:lnTo>
                  <a:pt x="383133" y="303377"/>
                </a:lnTo>
                <a:lnTo>
                  <a:pt x="378802" y="298704"/>
                </a:lnTo>
                <a:lnTo>
                  <a:pt x="368350" y="290664"/>
                </a:lnTo>
                <a:lnTo>
                  <a:pt x="360629" y="288442"/>
                </a:lnTo>
                <a:lnTo>
                  <a:pt x="356793" y="283222"/>
                </a:lnTo>
                <a:lnTo>
                  <a:pt x="331597" y="258495"/>
                </a:lnTo>
                <a:lnTo>
                  <a:pt x="326440" y="254000"/>
                </a:lnTo>
                <a:lnTo>
                  <a:pt x="296418" y="222656"/>
                </a:lnTo>
                <a:lnTo>
                  <a:pt x="290893" y="216471"/>
                </a:lnTo>
                <a:lnTo>
                  <a:pt x="284848" y="210959"/>
                </a:lnTo>
                <a:lnTo>
                  <a:pt x="279476" y="206451"/>
                </a:lnTo>
                <a:lnTo>
                  <a:pt x="274599" y="201676"/>
                </a:lnTo>
                <a:lnTo>
                  <a:pt x="270167" y="196532"/>
                </a:lnTo>
                <a:lnTo>
                  <a:pt x="266166" y="190906"/>
                </a:lnTo>
                <a:lnTo>
                  <a:pt x="264477" y="188290"/>
                </a:lnTo>
                <a:lnTo>
                  <a:pt x="261188" y="186715"/>
                </a:lnTo>
                <a:lnTo>
                  <a:pt x="259981" y="185775"/>
                </a:lnTo>
                <a:lnTo>
                  <a:pt x="256108" y="181165"/>
                </a:lnTo>
                <a:lnTo>
                  <a:pt x="253898" y="176530"/>
                </a:lnTo>
                <a:lnTo>
                  <a:pt x="243827" y="171500"/>
                </a:lnTo>
                <a:lnTo>
                  <a:pt x="241160" y="166281"/>
                </a:lnTo>
                <a:lnTo>
                  <a:pt x="237820" y="157924"/>
                </a:lnTo>
                <a:lnTo>
                  <a:pt x="235750" y="155981"/>
                </a:lnTo>
                <a:lnTo>
                  <a:pt x="229654" y="150634"/>
                </a:lnTo>
                <a:lnTo>
                  <a:pt x="224726" y="147650"/>
                </a:lnTo>
                <a:lnTo>
                  <a:pt x="220980" y="143560"/>
                </a:lnTo>
                <a:lnTo>
                  <a:pt x="216573" y="138442"/>
                </a:lnTo>
                <a:lnTo>
                  <a:pt x="208127" y="127812"/>
                </a:lnTo>
                <a:lnTo>
                  <a:pt x="203758" y="122643"/>
                </a:lnTo>
                <a:lnTo>
                  <a:pt x="198640" y="117132"/>
                </a:lnTo>
                <a:lnTo>
                  <a:pt x="193395" y="111734"/>
                </a:lnTo>
                <a:lnTo>
                  <a:pt x="178828" y="97320"/>
                </a:lnTo>
                <a:lnTo>
                  <a:pt x="174599" y="93853"/>
                </a:lnTo>
                <a:lnTo>
                  <a:pt x="167030" y="87020"/>
                </a:lnTo>
                <a:lnTo>
                  <a:pt x="138798" y="60604"/>
                </a:lnTo>
                <a:lnTo>
                  <a:pt x="128104" y="51917"/>
                </a:lnTo>
                <a:lnTo>
                  <a:pt x="122859" y="47447"/>
                </a:lnTo>
                <a:lnTo>
                  <a:pt x="116192" y="41351"/>
                </a:lnTo>
                <a:lnTo>
                  <a:pt x="102997" y="28981"/>
                </a:lnTo>
                <a:lnTo>
                  <a:pt x="96215" y="23025"/>
                </a:lnTo>
                <a:lnTo>
                  <a:pt x="90779" y="18465"/>
                </a:lnTo>
                <a:lnTo>
                  <a:pt x="83794" y="15748"/>
                </a:lnTo>
                <a:lnTo>
                  <a:pt x="72859" y="6070"/>
                </a:lnTo>
                <a:lnTo>
                  <a:pt x="63766" y="7975"/>
                </a:lnTo>
                <a:lnTo>
                  <a:pt x="59232" y="114"/>
                </a:lnTo>
                <a:lnTo>
                  <a:pt x="57391" y="0"/>
                </a:lnTo>
                <a:lnTo>
                  <a:pt x="50495" y="1778"/>
                </a:lnTo>
                <a:lnTo>
                  <a:pt x="44653" y="3479"/>
                </a:lnTo>
                <a:lnTo>
                  <a:pt x="38798" y="5118"/>
                </a:lnTo>
                <a:lnTo>
                  <a:pt x="39230" y="7035"/>
                </a:lnTo>
                <a:lnTo>
                  <a:pt x="33832" y="4851"/>
                </a:lnTo>
                <a:lnTo>
                  <a:pt x="33477" y="11201"/>
                </a:lnTo>
                <a:lnTo>
                  <a:pt x="32778" y="17551"/>
                </a:lnTo>
                <a:lnTo>
                  <a:pt x="50088" y="21437"/>
                </a:lnTo>
                <a:lnTo>
                  <a:pt x="52120" y="23825"/>
                </a:lnTo>
                <a:lnTo>
                  <a:pt x="50190" y="33362"/>
                </a:lnTo>
                <a:lnTo>
                  <a:pt x="46977" y="32232"/>
                </a:lnTo>
                <a:lnTo>
                  <a:pt x="43700" y="30010"/>
                </a:lnTo>
                <a:lnTo>
                  <a:pt x="34823" y="30391"/>
                </a:lnTo>
                <a:lnTo>
                  <a:pt x="29171" y="31889"/>
                </a:lnTo>
                <a:lnTo>
                  <a:pt x="22148" y="33629"/>
                </a:lnTo>
                <a:lnTo>
                  <a:pt x="20561" y="35344"/>
                </a:lnTo>
                <a:lnTo>
                  <a:pt x="17868" y="41694"/>
                </a:lnTo>
                <a:lnTo>
                  <a:pt x="19164" y="48831"/>
                </a:lnTo>
                <a:lnTo>
                  <a:pt x="10325" y="49288"/>
                </a:lnTo>
                <a:lnTo>
                  <a:pt x="9207" y="51854"/>
                </a:lnTo>
                <a:lnTo>
                  <a:pt x="14541" y="59004"/>
                </a:lnTo>
                <a:lnTo>
                  <a:pt x="7937" y="59410"/>
                </a:lnTo>
                <a:lnTo>
                  <a:pt x="3238" y="62369"/>
                </a:lnTo>
                <a:lnTo>
                  <a:pt x="1562" y="62839"/>
                </a:lnTo>
                <a:lnTo>
                  <a:pt x="0" y="63474"/>
                </a:lnTo>
                <a:lnTo>
                  <a:pt x="584" y="64554"/>
                </a:lnTo>
                <a:lnTo>
                  <a:pt x="10299" y="65341"/>
                </a:lnTo>
                <a:lnTo>
                  <a:pt x="5905" y="72466"/>
                </a:lnTo>
                <a:lnTo>
                  <a:pt x="10680" y="75844"/>
                </a:lnTo>
                <a:lnTo>
                  <a:pt x="18427" y="83439"/>
                </a:lnTo>
                <a:lnTo>
                  <a:pt x="22694" y="87122"/>
                </a:lnTo>
                <a:lnTo>
                  <a:pt x="29413" y="93370"/>
                </a:lnTo>
                <a:lnTo>
                  <a:pt x="32512" y="98120"/>
                </a:lnTo>
                <a:lnTo>
                  <a:pt x="40741" y="96266"/>
                </a:lnTo>
                <a:lnTo>
                  <a:pt x="41821" y="100799"/>
                </a:lnTo>
                <a:lnTo>
                  <a:pt x="48031" y="108407"/>
                </a:lnTo>
                <a:lnTo>
                  <a:pt x="51346" y="113284"/>
                </a:lnTo>
                <a:lnTo>
                  <a:pt x="61988" y="121386"/>
                </a:lnTo>
                <a:lnTo>
                  <a:pt x="68605" y="125437"/>
                </a:lnTo>
                <a:lnTo>
                  <a:pt x="73279" y="133934"/>
                </a:lnTo>
                <a:lnTo>
                  <a:pt x="75412" y="134975"/>
                </a:lnTo>
                <a:lnTo>
                  <a:pt x="77050" y="135216"/>
                </a:lnTo>
                <a:lnTo>
                  <a:pt x="83540" y="137795"/>
                </a:lnTo>
                <a:lnTo>
                  <a:pt x="88239" y="142354"/>
                </a:lnTo>
                <a:lnTo>
                  <a:pt x="92100" y="147764"/>
                </a:lnTo>
                <a:lnTo>
                  <a:pt x="96062" y="152895"/>
                </a:lnTo>
                <a:lnTo>
                  <a:pt x="101219" y="158394"/>
                </a:lnTo>
                <a:lnTo>
                  <a:pt x="104495" y="166039"/>
                </a:lnTo>
                <a:lnTo>
                  <a:pt x="114782" y="172389"/>
                </a:lnTo>
                <a:lnTo>
                  <a:pt x="117233" y="174523"/>
                </a:lnTo>
                <a:lnTo>
                  <a:pt x="117005" y="180390"/>
                </a:lnTo>
                <a:lnTo>
                  <a:pt x="118478" y="182295"/>
                </a:lnTo>
                <a:lnTo>
                  <a:pt x="125958" y="187540"/>
                </a:lnTo>
                <a:lnTo>
                  <a:pt x="132308" y="191592"/>
                </a:lnTo>
                <a:lnTo>
                  <a:pt x="138645" y="195757"/>
                </a:lnTo>
                <a:lnTo>
                  <a:pt x="133883" y="199745"/>
                </a:lnTo>
                <a:lnTo>
                  <a:pt x="137617" y="200748"/>
                </a:lnTo>
                <a:lnTo>
                  <a:pt x="140335" y="202031"/>
                </a:lnTo>
                <a:lnTo>
                  <a:pt x="147243" y="202120"/>
                </a:lnTo>
                <a:lnTo>
                  <a:pt x="148501" y="203085"/>
                </a:lnTo>
                <a:lnTo>
                  <a:pt x="145707" y="208622"/>
                </a:lnTo>
                <a:lnTo>
                  <a:pt x="146075" y="210781"/>
                </a:lnTo>
                <a:lnTo>
                  <a:pt x="149059" y="209969"/>
                </a:lnTo>
                <a:lnTo>
                  <a:pt x="152565" y="207962"/>
                </a:lnTo>
                <a:lnTo>
                  <a:pt x="163817" y="217081"/>
                </a:lnTo>
                <a:lnTo>
                  <a:pt x="166928" y="222389"/>
                </a:lnTo>
                <a:lnTo>
                  <a:pt x="170319" y="225971"/>
                </a:lnTo>
                <a:lnTo>
                  <a:pt x="174193" y="229489"/>
                </a:lnTo>
                <a:lnTo>
                  <a:pt x="175907" y="233743"/>
                </a:lnTo>
                <a:lnTo>
                  <a:pt x="172808" y="239560"/>
                </a:lnTo>
                <a:lnTo>
                  <a:pt x="184454" y="244602"/>
                </a:lnTo>
                <a:lnTo>
                  <a:pt x="193560" y="251472"/>
                </a:lnTo>
                <a:lnTo>
                  <a:pt x="199694" y="260438"/>
                </a:lnTo>
                <a:lnTo>
                  <a:pt x="202476" y="271716"/>
                </a:lnTo>
                <a:lnTo>
                  <a:pt x="207124" y="274408"/>
                </a:lnTo>
                <a:lnTo>
                  <a:pt x="211175" y="276174"/>
                </a:lnTo>
                <a:lnTo>
                  <a:pt x="219862" y="282930"/>
                </a:lnTo>
                <a:lnTo>
                  <a:pt x="224599" y="287807"/>
                </a:lnTo>
                <a:lnTo>
                  <a:pt x="229806" y="292112"/>
                </a:lnTo>
                <a:lnTo>
                  <a:pt x="252691" y="323151"/>
                </a:lnTo>
                <a:lnTo>
                  <a:pt x="254825" y="325628"/>
                </a:lnTo>
                <a:lnTo>
                  <a:pt x="259194" y="322249"/>
                </a:lnTo>
                <a:lnTo>
                  <a:pt x="264020" y="326313"/>
                </a:lnTo>
                <a:lnTo>
                  <a:pt x="267728" y="330390"/>
                </a:lnTo>
                <a:lnTo>
                  <a:pt x="264134" y="337032"/>
                </a:lnTo>
                <a:lnTo>
                  <a:pt x="273735" y="335419"/>
                </a:lnTo>
                <a:lnTo>
                  <a:pt x="276009" y="336169"/>
                </a:lnTo>
                <a:lnTo>
                  <a:pt x="284683" y="347078"/>
                </a:lnTo>
                <a:lnTo>
                  <a:pt x="292722" y="357327"/>
                </a:lnTo>
                <a:lnTo>
                  <a:pt x="290220" y="363461"/>
                </a:lnTo>
                <a:lnTo>
                  <a:pt x="291122" y="366839"/>
                </a:lnTo>
                <a:lnTo>
                  <a:pt x="295490" y="370624"/>
                </a:lnTo>
                <a:lnTo>
                  <a:pt x="301993" y="376364"/>
                </a:lnTo>
                <a:lnTo>
                  <a:pt x="314934" y="387946"/>
                </a:lnTo>
                <a:lnTo>
                  <a:pt x="323545" y="395363"/>
                </a:lnTo>
                <a:lnTo>
                  <a:pt x="328968" y="396811"/>
                </a:lnTo>
                <a:lnTo>
                  <a:pt x="331609" y="391820"/>
                </a:lnTo>
                <a:lnTo>
                  <a:pt x="335254" y="395528"/>
                </a:lnTo>
                <a:lnTo>
                  <a:pt x="338810" y="394652"/>
                </a:lnTo>
                <a:lnTo>
                  <a:pt x="340017" y="396506"/>
                </a:lnTo>
                <a:lnTo>
                  <a:pt x="340982" y="397433"/>
                </a:lnTo>
                <a:lnTo>
                  <a:pt x="339877" y="398297"/>
                </a:lnTo>
                <a:lnTo>
                  <a:pt x="338836" y="399757"/>
                </a:lnTo>
                <a:lnTo>
                  <a:pt x="335622" y="400126"/>
                </a:lnTo>
                <a:lnTo>
                  <a:pt x="333502" y="399491"/>
                </a:lnTo>
                <a:lnTo>
                  <a:pt x="331025" y="399173"/>
                </a:lnTo>
                <a:lnTo>
                  <a:pt x="333781" y="404799"/>
                </a:lnTo>
                <a:lnTo>
                  <a:pt x="342328" y="409575"/>
                </a:lnTo>
                <a:lnTo>
                  <a:pt x="353047" y="406679"/>
                </a:lnTo>
                <a:lnTo>
                  <a:pt x="358698" y="409511"/>
                </a:lnTo>
                <a:lnTo>
                  <a:pt x="362750" y="417830"/>
                </a:lnTo>
                <a:lnTo>
                  <a:pt x="364718" y="419735"/>
                </a:lnTo>
                <a:lnTo>
                  <a:pt x="366039" y="421513"/>
                </a:lnTo>
                <a:lnTo>
                  <a:pt x="366331" y="424281"/>
                </a:lnTo>
                <a:lnTo>
                  <a:pt x="365544" y="428396"/>
                </a:lnTo>
                <a:lnTo>
                  <a:pt x="370789" y="432777"/>
                </a:lnTo>
                <a:lnTo>
                  <a:pt x="375666" y="434441"/>
                </a:lnTo>
                <a:lnTo>
                  <a:pt x="381952" y="438048"/>
                </a:lnTo>
                <a:lnTo>
                  <a:pt x="384162" y="439407"/>
                </a:lnTo>
                <a:lnTo>
                  <a:pt x="389801" y="447789"/>
                </a:lnTo>
                <a:lnTo>
                  <a:pt x="396341" y="449783"/>
                </a:lnTo>
                <a:lnTo>
                  <a:pt x="407047" y="452310"/>
                </a:lnTo>
                <a:lnTo>
                  <a:pt x="410476" y="454685"/>
                </a:lnTo>
                <a:lnTo>
                  <a:pt x="414121" y="458012"/>
                </a:lnTo>
                <a:lnTo>
                  <a:pt x="412508" y="461365"/>
                </a:lnTo>
                <a:lnTo>
                  <a:pt x="412356" y="465188"/>
                </a:lnTo>
                <a:lnTo>
                  <a:pt x="412775" y="466864"/>
                </a:lnTo>
                <a:lnTo>
                  <a:pt x="413385" y="468706"/>
                </a:lnTo>
                <a:lnTo>
                  <a:pt x="415480" y="468845"/>
                </a:lnTo>
                <a:lnTo>
                  <a:pt x="416242" y="467194"/>
                </a:lnTo>
                <a:lnTo>
                  <a:pt x="417068" y="463423"/>
                </a:lnTo>
                <a:lnTo>
                  <a:pt x="417207" y="461797"/>
                </a:lnTo>
                <a:lnTo>
                  <a:pt x="422122" y="463384"/>
                </a:lnTo>
                <a:lnTo>
                  <a:pt x="430758" y="472516"/>
                </a:lnTo>
                <a:lnTo>
                  <a:pt x="428675" y="482549"/>
                </a:lnTo>
                <a:lnTo>
                  <a:pt x="433197" y="484263"/>
                </a:lnTo>
                <a:lnTo>
                  <a:pt x="437134" y="487083"/>
                </a:lnTo>
                <a:lnTo>
                  <a:pt x="441515" y="480885"/>
                </a:lnTo>
                <a:lnTo>
                  <a:pt x="452831" y="489394"/>
                </a:lnTo>
                <a:lnTo>
                  <a:pt x="483616" y="516280"/>
                </a:lnTo>
                <a:lnTo>
                  <a:pt x="483450" y="516356"/>
                </a:lnTo>
                <a:lnTo>
                  <a:pt x="483247" y="516369"/>
                </a:lnTo>
                <a:lnTo>
                  <a:pt x="475132" y="519430"/>
                </a:lnTo>
                <a:lnTo>
                  <a:pt x="477113" y="521525"/>
                </a:lnTo>
                <a:lnTo>
                  <a:pt x="479120" y="523582"/>
                </a:lnTo>
                <a:lnTo>
                  <a:pt x="481914" y="526542"/>
                </a:lnTo>
                <a:lnTo>
                  <a:pt x="483425" y="516509"/>
                </a:lnTo>
                <a:lnTo>
                  <a:pt x="484568" y="517296"/>
                </a:lnTo>
                <a:lnTo>
                  <a:pt x="486016" y="518160"/>
                </a:lnTo>
                <a:lnTo>
                  <a:pt x="491337" y="522909"/>
                </a:lnTo>
                <a:lnTo>
                  <a:pt x="494830" y="527545"/>
                </a:lnTo>
                <a:lnTo>
                  <a:pt x="507949" y="535025"/>
                </a:lnTo>
                <a:lnTo>
                  <a:pt x="508215" y="534644"/>
                </a:lnTo>
                <a:lnTo>
                  <a:pt x="503301" y="542607"/>
                </a:lnTo>
                <a:lnTo>
                  <a:pt x="505358" y="544639"/>
                </a:lnTo>
                <a:lnTo>
                  <a:pt x="507060" y="547370"/>
                </a:lnTo>
                <a:lnTo>
                  <a:pt x="512838" y="549960"/>
                </a:lnTo>
                <a:lnTo>
                  <a:pt x="515277" y="555117"/>
                </a:lnTo>
                <a:lnTo>
                  <a:pt x="522084" y="550494"/>
                </a:lnTo>
                <a:lnTo>
                  <a:pt x="524598" y="550532"/>
                </a:lnTo>
                <a:lnTo>
                  <a:pt x="526732" y="550024"/>
                </a:lnTo>
                <a:lnTo>
                  <a:pt x="526694" y="552005"/>
                </a:lnTo>
                <a:lnTo>
                  <a:pt x="526440" y="554024"/>
                </a:lnTo>
                <a:lnTo>
                  <a:pt x="526872" y="558330"/>
                </a:lnTo>
                <a:lnTo>
                  <a:pt x="552805" y="579767"/>
                </a:lnTo>
                <a:lnTo>
                  <a:pt x="564642" y="586841"/>
                </a:lnTo>
                <a:lnTo>
                  <a:pt x="570966" y="590791"/>
                </a:lnTo>
                <a:lnTo>
                  <a:pt x="577469" y="594436"/>
                </a:lnTo>
                <a:lnTo>
                  <a:pt x="590207" y="601726"/>
                </a:lnTo>
                <a:lnTo>
                  <a:pt x="623519" y="614451"/>
                </a:lnTo>
                <a:lnTo>
                  <a:pt x="631558" y="616712"/>
                </a:lnTo>
                <a:lnTo>
                  <a:pt x="632561" y="617753"/>
                </a:lnTo>
                <a:lnTo>
                  <a:pt x="635050" y="618705"/>
                </a:lnTo>
                <a:lnTo>
                  <a:pt x="636422" y="619061"/>
                </a:lnTo>
                <a:lnTo>
                  <a:pt x="641807" y="619671"/>
                </a:lnTo>
                <a:lnTo>
                  <a:pt x="646214" y="619010"/>
                </a:lnTo>
                <a:lnTo>
                  <a:pt x="655218" y="622909"/>
                </a:lnTo>
                <a:lnTo>
                  <a:pt x="659079" y="621499"/>
                </a:lnTo>
                <a:lnTo>
                  <a:pt x="664184" y="611759"/>
                </a:lnTo>
                <a:lnTo>
                  <a:pt x="666419" y="607009"/>
                </a:lnTo>
                <a:lnTo>
                  <a:pt x="674204" y="607225"/>
                </a:lnTo>
                <a:lnTo>
                  <a:pt x="675081" y="604634"/>
                </a:lnTo>
                <a:lnTo>
                  <a:pt x="676414" y="602488"/>
                </a:lnTo>
                <a:lnTo>
                  <a:pt x="678929" y="604659"/>
                </a:lnTo>
                <a:lnTo>
                  <a:pt x="681164" y="606679"/>
                </a:lnTo>
                <a:lnTo>
                  <a:pt x="685012" y="609790"/>
                </a:lnTo>
                <a:lnTo>
                  <a:pt x="686727" y="611822"/>
                </a:lnTo>
                <a:lnTo>
                  <a:pt x="692746" y="611479"/>
                </a:lnTo>
                <a:lnTo>
                  <a:pt x="695667" y="612952"/>
                </a:lnTo>
                <a:lnTo>
                  <a:pt x="699020" y="617791"/>
                </a:lnTo>
                <a:lnTo>
                  <a:pt x="702170" y="617613"/>
                </a:lnTo>
                <a:lnTo>
                  <a:pt x="704799" y="617385"/>
                </a:lnTo>
                <a:lnTo>
                  <a:pt x="706018" y="615010"/>
                </a:lnTo>
                <a:close/>
              </a:path>
              <a:path w="11276330" h="1631314">
                <a:moveTo>
                  <a:pt x="11235411" y="1329791"/>
                </a:moveTo>
                <a:lnTo>
                  <a:pt x="11229937" y="1330223"/>
                </a:lnTo>
                <a:lnTo>
                  <a:pt x="11222393" y="1328953"/>
                </a:lnTo>
                <a:lnTo>
                  <a:pt x="11216970" y="1326337"/>
                </a:lnTo>
                <a:lnTo>
                  <a:pt x="11218012" y="1322705"/>
                </a:lnTo>
                <a:lnTo>
                  <a:pt x="11219180" y="1320469"/>
                </a:lnTo>
                <a:lnTo>
                  <a:pt x="11220552" y="1315123"/>
                </a:lnTo>
                <a:lnTo>
                  <a:pt x="11220704" y="1312024"/>
                </a:lnTo>
                <a:lnTo>
                  <a:pt x="11221022" y="1308836"/>
                </a:lnTo>
                <a:lnTo>
                  <a:pt x="11222165" y="1302131"/>
                </a:lnTo>
                <a:lnTo>
                  <a:pt x="11220577" y="1300124"/>
                </a:lnTo>
                <a:lnTo>
                  <a:pt x="11214291" y="1301064"/>
                </a:lnTo>
                <a:lnTo>
                  <a:pt x="11208893" y="1302943"/>
                </a:lnTo>
                <a:lnTo>
                  <a:pt x="11207318" y="1299425"/>
                </a:lnTo>
                <a:lnTo>
                  <a:pt x="11206671" y="1295349"/>
                </a:lnTo>
                <a:lnTo>
                  <a:pt x="11212043" y="1291983"/>
                </a:lnTo>
                <a:lnTo>
                  <a:pt x="11223689" y="1287703"/>
                </a:lnTo>
                <a:lnTo>
                  <a:pt x="11225987" y="1286268"/>
                </a:lnTo>
                <a:lnTo>
                  <a:pt x="11228603" y="1281633"/>
                </a:lnTo>
                <a:lnTo>
                  <a:pt x="11230216" y="1277632"/>
                </a:lnTo>
                <a:lnTo>
                  <a:pt x="11232579" y="1274660"/>
                </a:lnTo>
                <a:lnTo>
                  <a:pt x="11234280" y="1272095"/>
                </a:lnTo>
                <a:lnTo>
                  <a:pt x="11234547" y="1268933"/>
                </a:lnTo>
                <a:lnTo>
                  <a:pt x="11230483" y="1268476"/>
                </a:lnTo>
                <a:lnTo>
                  <a:pt x="11226178" y="1268171"/>
                </a:lnTo>
                <a:lnTo>
                  <a:pt x="11221428" y="1268145"/>
                </a:lnTo>
                <a:lnTo>
                  <a:pt x="11217262" y="1269250"/>
                </a:lnTo>
                <a:lnTo>
                  <a:pt x="11210836" y="1271778"/>
                </a:lnTo>
                <a:lnTo>
                  <a:pt x="11205350" y="1276692"/>
                </a:lnTo>
                <a:lnTo>
                  <a:pt x="11205007" y="1276832"/>
                </a:lnTo>
                <a:lnTo>
                  <a:pt x="11205007" y="1299375"/>
                </a:lnTo>
                <a:lnTo>
                  <a:pt x="11197400" y="1304124"/>
                </a:lnTo>
                <a:lnTo>
                  <a:pt x="11193247" y="1305229"/>
                </a:lnTo>
                <a:lnTo>
                  <a:pt x="11192447" y="1305725"/>
                </a:lnTo>
                <a:lnTo>
                  <a:pt x="11190757" y="1303782"/>
                </a:lnTo>
                <a:lnTo>
                  <a:pt x="11189564" y="1303032"/>
                </a:lnTo>
                <a:lnTo>
                  <a:pt x="11189957" y="1301292"/>
                </a:lnTo>
                <a:lnTo>
                  <a:pt x="11197209" y="1296758"/>
                </a:lnTo>
                <a:lnTo>
                  <a:pt x="11201502" y="1295577"/>
                </a:lnTo>
                <a:lnTo>
                  <a:pt x="11203254" y="1297482"/>
                </a:lnTo>
                <a:lnTo>
                  <a:pt x="11205007" y="1299375"/>
                </a:lnTo>
                <a:lnTo>
                  <a:pt x="11205007" y="1276832"/>
                </a:lnTo>
                <a:lnTo>
                  <a:pt x="11199000" y="1279169"/>
                </a:lnTo>
                <a:lnTo>
                  <a:pt x="11192535" y="1280210"/>
                </a:lnTo>
                <a:lnTo>
                  <a:pt x="11180915" y="1284478"/>
                </a:lnTo>
                <a:lnTo>
                  <a:pt x="11176076" y="1288999"/>
                </a:lnTo>
                <a:lnTo>
                  <a:pt x="11175606" y="1289291"/>
                </a:lnTo>
                <a:lnTo>
                  <a:pt x="11169396" y="1290180"/>
                </a:lnTo>
                <a:lnTo>
                  <a:pt x="11163922" y="1292110"/>
                </a:lnTo>
                <a:lnTo>
                  <a:pt x="11157636" y="1293037"/>
                </a:lnTo>
                <a:lnTo>
                  <a:pt x="11150371" y="1296073"/>
                </a:lnTo>
                <a:lnTo>
                  <a:pt x="11129734" y="1304480"/>
                </a:lnTo>
                <a:lnTo>
                  <a:pt x="11123854" y="1306652"/>
                </a:lnTo>
                <a:lnTo>
                  <a:pt x="11114392" y="1311071"/>
                </a:lnTo>
                <a:lnTo>
                  <a:pt x="11110709" y="1313370"/>
                </a:lnTo>
                <a:lnTo>
                  <a:pt x="11106417" y="1314551"/>
                </a:lnTo>
                <a:lnTo>
                  <a:pt x="11103889" y="1316139"/>
                </a:lnTo>
                <a:lnTo>
                  <a:pt x="11103153" y="1316253"/>
                </a:lnTo>
                <a:lnTo>
                  <a:pt x="11103153" y="1380985"/>
                </a:lnTo>
                <a:lnTo>
                  <a:pt x="11099521" y="1381760"/>
                </a:lnTo>
                <a:lnTo>
                  <a:pt x="11096587" y="1383588"/>
                </a:lnTo>
                <a:lnTo>
                  <a:pt x="11091824" y="1385074"/>
                </a:lnTo>
                <a:lnTo>
                  <a:pt x="11093260" y="1375194"/>
                </a:lnTo>
                <a:lnTo>
                  <a:pt x="11097781" y="1376857"/>
                </a:lnTo>
                <a:lnTo>
                  <a:pt x="11102365" y="1378483"/>
                </a:lnTo>
                <a:lnTo>
                  <a:pt x="11103153" y="1380985"/>
                </a:lnTo>
                <a:lnTo>
                  <a:pt x="11103153" y="1316253"/>
                </a:lnTo>
                <a:lnTo>
                  <a:pt x="11100778" y="1316583"/>
                </a:lnTo>
                <a:lnTo>
                  <a:pt x="11098225" y="1318183"/>
                </a:lnTo>
                <a:lnTo>
                  <a:pt x="11085614" y="1323060"/>
                </a:lnTo>
                <a:lnTo>
                  <a:pt x="11073689" y="1329016"/>
                </a:lnTo>
                <a:lnTo>
                  <a:pt x="11071174" y="1329994"/>
                </a:lnTo>
                <a:lnTo>
                  <a:pt x="11071174" y="1360551"/>
                </a:lnTo>
                <a:lnTo>
                  <a:pt x="11070234" y="1362633"/>
                </a:lnTo>
                <a:lnTo>
                  <a:pt x="11069968" y="1362798"/>
                </a:lnTo>
                <a:lnTo>
                  <a:pt x="11066399" y="1362024"/>
                </a:lnTo>
                <a:lnTo>
                  <a:pt x="11060100" y="1360563"/>
                </a:lnTo>
                <a:lnTo>
                  <a:pt x="11060100" y="1364462"/>
                </a:lnTo>
                <a:lnTo>
                  <a:pt x="11053763" y="1368425"/>
                </a:lnTo>
                <a:lnTo>
                  <a:pt x="11053763" y="1396885"/>
                </a:lnTo>
                <a:lnTo>
                  <a:pt x="11050245" y="1402067"/>
                </a:lnTo>
                <a:lnTo>
                  <a:pt x="11048898" y="1405915"/>
                </a:lnTo>
                <a:lnTo>
                  <a:pt x="11044873" y="1406931"/>
                </a:lnTo>
                <a:lnTo>
                  <a:pt x="11038459" y="1401953"/>
                </a:lnTo>
                <a:lnTo>
                  <a:pt x="11044619" y="1399603"/>
                </a:lnTo>
                <a:lnTo>
                  <a:pt x="11048048" y="1398955"/>
                </a:lnTo>
                <a:lnTo>
                  <a:pt x="11053763" y="1396885"/>
                </a:lnTo>
                <a:lnTo>
                  <a:pt x="11053763" y="1368425"/>
                </a:lnTo>
                <a:lnTo>
                  <a:pt x="11051019" y="1370139"/>
                </a:lnTo>
                <a:lnTo>
                  <a:pt x="11046536" y="1371447"/>
                </a:lnTo>
                <a:lnTo>
                  <a:pt x="11044974" y="1372425"/>
                </a:lnTo>
                <a:lnTo>
                  <a:pt x="11041126" y="1371828"/>
                </a:lnTo>
                <a:lnTo>
                  <a:pt x="11039691" y="1369733"/>
                </a:lnTo>
                <a:lnTo>
                  <a:pt x="11040123" y="1366469"/>
                </a:lnTo>
                <a:lnTo>
                  <a:pt x="11039754" y="1363700"/>
                </a:lnTo>
                <a:lnTo>
                  <a:pt x="11040974" y="1364437"/>
                </a:lnTo>
                <a:lnTo>
                  <a:pt x="11042167" y="1363700"/>
                </a:lnTo>
                <a:lnTo>
                  <a:pt x="11043323" y="1364462"/>
                </a:lnTo>
                <a:lnTo>
                  <a:pt x="11043450" y="1364386"/>
                </a:lnTo>
                <a:lnTo>
                  <a:pt x="11046524" y="1366964"/>
                </a:lnTo>
                <a:lnTo>
                  <a:pt x="11047971" y="1364564"/>
                </a:lnTo>
                <a:lnTo>
                  <a:pt x="11049140" y="1360830"/>
                </a:lnTo>
                <a:lnTo>
                  <a:pt x="11050130" y="1360208"/>
                </a:lnTo>
                <a:lnTo>
                  <a:pt x="11053534" y="1361084"/>
                </a:lnTo>
                <a:lnTo>
                  <a:pt x="11054715" y="1361846"/>
                </a:lnTo>
                <a:lnTo>
                  <a:pt x="11056125" y="1362456"/>
                </a:lnTo>
                <a:lnTo>
                  <a:pt x="11060100" y="1364462"/>
                </a:lnTo>
                <a:lnTo>
                  <a:pt x="11060100" y="1360563"/>
                </a:lnTo>
                <a:lnTo>
                  <a:pt x="11059427" y="1360398"/>
                </a:lnTo>
                <a:lnTo>
                  <a:pt x="11060582" y="1358176"/>
                </a:lnTo>
                <a:lnTo>
                  <a:pt x="11064240" y="1358887"/>
                </a:lnTo>
                <a:lnTo>
                  <a:pt x="11067415" y="1359890"/>
                </a:lnTo>
                <a:lnTo>
                  <a:pt x="11070692" y="1360843"/>
                </a:lnTo>
                <a:lnTo>
                  <a:pt x="11071174" y="1360551"/>
                </a:lnTo>
                <a:lnTo>
                  <a:pt x="11071174" y="1329994"/>
                </a:lnTo>
                <a:lnTo>
                  <a:pt x="11061078" y="1333906"/>
                </a:lnTo>
                <a:lnTo>
                  <a:pt x="11049165" y="1339850"/>
                </a:lnTo>
                <a:lnTo>
                  <a:pt x="11038738" y="1343914"/>
                </a:lnTo>
                <a:lnTo>
                  <a:pt x="11038738" y="1377810"/>
                </a:lnTo>
                <a:lnTo>
                  <a:pt x="11038599" y="1377899"/>
                </a:lnTo>
                <a:lnTo>
                  <a:pt x="11029582" y="1378305"/>
                </a:lnTo>
                <a:lnTo>
                  <a:pt x="11029582" y="1410500"/>
                </a:lnTo>
                <a:lnTo>
                  <a:pt x="11024959" y="1414881"/>
                </a:lnTo>
                <a:lnTo>
                  <a:pt x="11020793" y="1414487"/>
                </a:lnTo>
                <a:lnTo>
                  <a:pt x="11016069" y="1408455"/>
                </a:lnTo>
                <a:lnTo>
                  <a:pt x="11017720" y="1408925"/>
                </a:lnTo>
                <a:lnTo>
                  <a:pt x="11020666" y="1408582"/>
                </a:lnTo>
                <a:lnTo>
                  <a:pt x="11025696" y="1409928"/>
                </a:lnTo>
                <a:lnTo>
                  <a:pt x="11029582" y="1410500"/>
                </a:lnTo>
                <a:lnTo>
                  <a:pt x="11029582" y="1378305"/>
                </a:lnTo>
                <a:lnTo>
                  <a:pt x="11028299" y="1378356"/>
                </a:lnTo>
                <a:lnTo>
                  <a:pt x="11027296" y="1378978"/>
                </a:lnTo>
                <a:lnTo>
                  <a:pt x="11003801" y="1389164"/>
                </a:lnTo>
                <a:lnTo>
                  <a:pt x="11000537" y="1390065"/>
                </a:lnTo>
                <a:lnTo>
                  <a:pt x="11000537" y="1421155"/>
                </a:lnTo>
                <a:lnTo>
                  <a:pt x="10999318" y="1421917"/>
                </a:lnTo>
                <a:lnTo>
                  <a:pt x="10998746" y="1423771"/>
                </a:lnTo>
                <a:lnTo>
                  <a:pt x="10997260" y="1423200"/>
                </a:lnTo>
                <a:lnTo>
                  <a:pt x="10994339" y="1423530"/>
                </a:lnTo>
                <a:lnTo>
                  <a:pt x="10991571" y="1423758"/>
                </a:lnTo>
                <a:lnTo>
                  <a:pt x="10988370" y="1424266"/>
                </a:lnTo>
                <a:lnTo>
                  <a:pt x="10989018" y="1419364"/>
                </a:lnTo>
                <a:lnTo>
                  <a:pt x="10995901" y="1416570"/>
                </a:lnTo>
                <a:lnTo>
                  <a:pt x="10999026" y="1419110"/>
                </a:lnTo>
                <a:lnTo>
                  <a:pt x="11000042" y="1419961"/>
                </a:lnTo>
                <a:lnTo>
                  <a:pt x="11000537" y="1421155"/>
                </a:lnTo>
                <a:lnTo>
                  <a:pt x="11000537" y="1390065"/>
                </a:lnTo>
                <a:lnTo>
                  <a:pt x="10995317" y="1391475"/>
                </a:lnTo>
                <a:lnTo>
                  <a:pt x="10987786" y="1396174"/>
                </a:lnTo>
                <a:lnTo>
                  <a:pt x="10978629" y="1390205"/>
                </a:lnTo>
                <a:lnTo>
                  <a:pt x="10978629" y="1400403"/>
                </a:lnTo>
                <a:lnTo>
                  <a:pt x="10972660" y="1401140"/>
                </a:lnTo>
                <a:lnTo>
                  <a:pt x="10968342" y="1402334"/>
                </a:lnTo>
                <a:lnTo>
                  <a:pt x="10959681" y="1398765"/>
                </a:lnTo>
                <a:lnTo>
                  <a:pt x="10959097" y="1394637"/>
                </a:lnTo>
                <a:lnTo>
                  <a:pt x="10960189" y="1392453"/>
                </a:lnTo>
                <a:lnTo>
                  <a:pt x="10965510" y="1390624"/>
                </a:lnTo>
                <a:lnTo>
                  <a:pt x="10970666" y="1390408"/>
                </a:lnTo>
                <a:lnTo>
                  <a:pt x="10974616" y="1389430"/>
                </a:lnTo>
                <a:lnTo>
                  <a:pt x="10976572" y="1389697"/>
                </a:lnTo>
                <a:lnTo>
                  <a:pt x="10976064" y="1391526"/>
                </a:lnTo>
                <a:lnTo>
                  <a:pt x="10976051" y="1393024"/>
                </a:lnTo>
                <a:lnTo>
                  <a:pt x="10976356" y="1394333"/>
                </a:lnTo>
                <a:lnTo>
                  <a:pt x="10976585" y="1397190"/>
                </a:lnTo>
                <a:lnTo>
                  <a:pt x="10978629" y="1400403"/>
                </a:lnTo>
                <a:lnTo>
                  <a:pt x="10978629" y="1390205"/>
                </a:lnTo>
                <a:lnTo>
                  <a:pt x="10977232" y="1389291"/>
                </a:lnTo>
                <a:lnTo>
                  <a:pt x="10978464" y="1387030"/>
                </a:lnTo>
                <a:lnTo>
                  <a:pt x="10985843" y="1382420"/>
                </a:lnTo>
                <a:lnTo>
                  <a:pt x="10987011" y="1383182"/>
                </a:lnTo>
                <a:lnTo>
                  <a:pt x="10992104" y="1385989"/>
                </a:lnTo>
                <a:lnTo>
                  <a:pt x="10993577" y="1386573"/>
                </a:lnTo>
                <a:lnTo>
                  <a:pt x="10997895" y="1382369"/>
                </a:lnTo>
                <a:lnTo>
                  <a:pt x="11004106" y="1378496"/>
                </a:lnTo>
                <a:lnTo>
                  <a:pt x="11020857" y="1371028"/>
                </a:lnTo>
                <a:lnTo>
                  <a:pt x="11030522" y="1367980"/>
                </a:lnTo>
                <a:lnTo>
                  <a:pt x="11033201" y="1367802"/>
                </a:lnTo>
                <a:lnTo>
                  <a:pt x="11035500" y="1366367"/>
                </a:lnTo>
                <a:lnTo>
                  <a:pt x="11038738" y="1377810"/>
                </a:lnTo>
                <a:lnTo>
                  <a:pt x="11038738" y="1343914"/>
                </a:lnTo>
                <a:lnTo>
                  <a:pt x="11023727" y="1349756"/>
                </a:lnTo>
                <a:lnTo>
                  <a:pt x="11009071" y="1355928"/>
                </a:lnTo>
                <a:lnTo>
                  <a:pt x="10995597" y="1361351"/>
                </a:lnTo>
                <a:lnTo>
                  <a:pt x="10988205" y="1361465"/>
                </a:lnTo>
                <a:lnTo>
                  <a:pt x="10977677" y="1365059"/>
                </a:lnTo>
                <a:lnTo>
                  <a:pt x="10974438" y="1368577"/>
                </a:lnTo>
                <a:lnTo>
                  <a:pt x="10967796" y="1371231"/>
                </a:lnTo>
                <a:lnTo>
                  <a:pt x="10965078" y="1371422"/>
                </a:lnTo>
                <a:lnTo>
                  <a:pt x="10953585" y="1374965"/>
                </a:lnTo>
                <a:lnTo>
                  <a:pt x="10953585" y="1399578"/>
                </a:lnTo>
                <a:lnTo>
                  <a:pt x="10953001" y="1399946"/>
                </a:lnTo>
                <a:lnTo>
                  <a:pt x="10952404" y="1401813"/>
                </a:lnTo>
                <a:lnTo>
                  <a:pt x="10951604" y="1403819"/>
                </a:lnTo>
                <a:lnTo>
                  <a:pt x="10949356" y="1405216"/>
                </a:lnTo>
                <a:lnTo>
                  <a:pt x="10946105" y="1404251"/>
                </a:lnTo>
                <a:lnTo>
                  <a:pt x="10945317" y="1401749"/>
                </a:lnTo>
                <a:lnTo>
                  <a:pt x="10945597" y="1398587"/>
                </a:lnTo>
                <a:lnTo>
                  <a:pt x="10948543" y="1396746"/>
                </a:lnTo>
                <a:lnTo>
                  <a:pt x="10951007" y="1396695"/>
                </a:lnTo>
                <a:lnTo>
                  <a:pt x="10953420" y="1396682"/>
                </a:lnTo>
                <a:lnTo>
                  <a:pt x="10953496" y="1398143"/>
                </a:lnTo>
                <a:lnTo>
                  <a:pt x="10953585" y="1399578"/>
                </a:lnTo>
                <a:lnTo>
                  <a:pt x="10953585" y="1374965"/>
                </a:lnTo>
                <a:lnTo>
                  <a:pt x="10950956" y="1375765"/>
                </a:lnTo>
                <a:lnTo>
                  <a:pt x="10916742" y="1386662"/>
                </a:lnTo>
                <a:lnTo>
                  <a:pt x="10888218" y="1397000"/>
                </a:lnTo>
                <a:lnTo>
                  <a:pt x="10879150" y="1401165"/>
                </a:lnTo>
                <a:lnTo>
                  <a:pt x="10862526" y="1405559"/>
                </a:lnTo>
                <a:lnTo>
                  <a:pt x="10854779" y="1408912"/>
                </a:lnTo>
                <a:lnTo>
                  <a:pt x="10846092" y="1414335"/>
                </a:lnTo>
                <a:lnTo>
                  <a:pt x="10844733" y="1413687"/>
                </a:lnTo>
                <a:lnTo>
                  <a:pt x="10836808" y="1415643"/>
                </a:lnTo>
                <a:lnTo>
                  <a:pt x="10832732" y="1416697"/>
                </a:lnTo>
                <a:lnTo>
                  <a:pt x="10804830" y="1428140"/>
                </a:lnTo>
                <a:lnTo>
                  <a:pt x="10774096" y="1438351"/>
                </a:lnTo>
                <a:lnTo>
                  <a:pt x="10743667" y="1451381"/>
                </a:lnTo>
                <a:lnTo>
                  <a:pt x="10733557" y="1456207"/>
                </a:lnTo>
                <a:lnTo>
                  <a:pt x="10722775" y="1459941"/>
                </a:lnTo>
                <a:lnTo>
                  <a:pt x="10716666" y="1463763"/>
                </a:lnTo>
                <a:lnTo>
                  <a:pt x="10703090" y="1469250"/>
                </a:lnTo>
                <a:lnTo>
                  <a:pt x="10694937" y="1472844"/>
                </a:lnTo>
                <a:lnTo>
                  <a:pt x="10686110" y="1475359"/>
                </a:lnTo>
                <a:lnTo>
                  <a:pt x="10669791" y="1482572"/>
                </a:lnTo>
                <a:lnTo>
                  <a:pt x="10647464" y="1493520"/>
                </a:lnTo>
                <a:lnTo>
                  <a:pt x="10625798" y="1505572"/>
                </a:lnTo>
                <a:lnTo>
                  <a:pt x="10619423" y="1508061"/>
                </a:lnTo>
                <a:lnTo>
                  <a:pt x="10608005" y="1515186"/>
                </a:lnTo>
                <a:lnTo>
                  <a:pt x="10571429" y="1533550"/>
                </a:lnTo>
                <a:lnTo>
                  <a:pt x="10562577" y="1538211"/>
                </a:lnTo>
                <a:lnTo>
                  <a:pt x="10562577" y="1554060"/>
                </a:lnTo>
                <a:lnTo>
                  <a:pt x="10559733" y="1557337"/>
                </a:lnTo>
                <a:lnTo>
                  <a:pt x="10557078" y="1560487"/>
                </a:lnTo>
                <a:lnTo>
                  <a:pt x="10552633" y="1563268"/>
                </a:lnTo>
                <a:lnTo>
                  <a:pt x="10551706" y="1553375"/>
                </a:lnTo>
                <a:lnTo>
                  <a:pt x="10554589" y="1551571"/>
                </a:lnTo>
                <a:lnTo>
                  <a:pt x="10562577" y="1554060"/>
                </a:lnTo>
                <a:lnTo>
                  <a:pt x="10562577" y="1538211"/>
                </a:lnTo>
                <a:lnTo>
                  <a:pt x="10556329" y="1541487"/>
                </a:lnTo>
                <a:lnTo>
                  <a:pt x="10544277" y="1547088"/>
                </a:lnTo>
                <a:lnTo>
                  <a:pt x="10544277" y="1566989"/>
                </a:lnTo>
                <a:lnTo>
                  <a:pt x="10542638" y="1568018"/>
                </a:lnTo>
                <a:lnTo>
                  <a:pt x="10542334" y="1569707"/>
                </a:lnTo>
                <a:lnTo>
                  <a:pt x="10540898" y="1569110"/>
                </a:lnTo>
                <a:lnTo>
                  <a:pt x="10534853" y="1571383"/>
                </a:lnTo>
                <a:lnTo>
                  <a:pt x="10528478" y="1573872"/>
                </a:lnTo>
                <a:lnTo>
                  <a:pt x="10522636" y="1574482"/>
                </a:lnTo>
                <a:lnTo>
                  <a:pt x="10522636" y="1589506"/>
                </a:lnTo>
                <a:lnTo>
                  <a:pt x="10517429" y="1595755"/>
                </a:lnTo>
                <a:lnTo>
                  <a:pt x="10509923" y="1597444"/>
                </a:lnTo>
                <a:lnTo>
                  <a:pt x="10503548" y="1593951"/>
                </a:lnTo>
                <a:lnTo>
                  <a:pt x="10507027" y="1591767"/>
                </a:lnTo>
                <a:lnTo>
                  <a:pt x="10510012" y="1591398"/>
                </a:lnTo>
                <a:lnTo>
                  <a:pt x="10521658" y="1587119"/>
                </a:lnTo>
                <a:lnTo>
                  <a:pt x="10521531" y="1587195"/>
                </a:lnTo>
                <a:lnTo>
                  <a:pt x="10522090" y="1588338"/>
                </a:lnTo>
                <a:lnTo>
                  <a:pt x="10522636" y="1589506"/>
                </a:lnTo>
                <a:lnTo>
                  <a:pt x="10522636" y="1574482"/>
                </a:lnTo>
                <a:lnTo>
                  <a:pt x="10516972" y="1575066"/>
                </a:lnTo>
                <a:lnTo>
                  <a:pt x="10519181" y="1569199"/>
                </a:lnTo>
                <a:lnTo>
                  <a:pt x="10523004" y="1566811"/>
                </a:lnTo>
                <a:lnTo>
                  <a:pt x="10526217" y="1569288"/>
                </a:lnTo>
                <a:lnTo>
                  <a:pt x="10528770" y="1570697"/>
                </a:lnTo>
                <a:lnTo>
                  <a:pt x="10529684" y="1571625"/>
                </a:lnTo>
                <a:lnTo>
                  <a:pt x="10535082" y="1566748"/>
                </a:lnTo>
                <a:lnTo>
                  <a:pt x="10544277" y="1566989"/>
                </a:lnTo>
                <a:lnTo>
                  <a:pt x="10544277" y="1547088"/>
                </a:lnTo>
                <a:lnTo>
                  <a:pt x="10537660" y="1550162"/>
                </a:lnTo>
                <a:lnTo>
                  <a:pt x="10535310" y="1553121"/>
                </a:lnTo>
                <a:lnTo>
                  <a:pt x="10528338" y="1557477"/>
                </a:lnTo>
                <a:lnTo>
                  <a:pt x="10517353" y="1561350"/>
                </a:lnTo>
                <a:lnTo>
                  <a:pt x="10512984" y="1559598"/>
                </a:lnTo>
                <a:lnTo>
                  <a:pt x="10509860" y="1564538"/>
                </a:lnTo>
                <a:lnTo>
                  <a:pt x="10506875" y="1569402"/>
                </a:lnTo>
                <a:lnTo>
                  <a:pt x="10506113" y="1569872"/>
                </a:lnTo>
                <a:lnTo>
                  <a:pt x="10506646" y="1571040"/>
                </a:lnTo>
                <a:lnTo>
                  <a:pt x="10507243" y="1572158"/>
                </a:lnTo>
                <a:lnTo>
                  <a:pt x="10507840" y="1573288"/>
                </a:lnTo>
                <a:lnTo>
                  <a:pt x="10511714" y="1572374"/>
                </a:lnTo>
                <a:lnTo>
                  <a:pt x="10512806" y="1573187"/>
                </a:lnTo>
                <a:lnTo>
                  <a:pt x="10516730" y="1575219"/>
                </a:lnTo>
                <a:lnTo>
                  <a:pt x="10513200" y="1577428"/>
                </a:lnTo>
                <a:lnTo>
                  <a:pt x="10512450" y="1582381"/>
                </a:lnTo>
                <a:lnTo>
                  <a:pt x="10505859" y="1580515"/>
                </a:lnTo>
                <a:lnTo>
                  <a:pt x="10500068" y="1578140"/>
                </a:lnTo>
                <a:lnTo>
                  <a:pt x="10501312" y="1568373"/>
                </a:lnTo>
                <a:lnTo>
                  <a:pt x="10496766" y="1571231"/>
                </a:lnTo>
                <a:lnTo>
                  <a:pt x="10496766" y="1595183"/>
                </a:lnTo>
                <a:lnTo>
                  <a:pt x="10492029" y="1598142"/>
                </a:lnTo>
                <a:lnTo>
                  <a:pt x="10487533" y="1599463"/>
                </a:lnTo>
                <a:lnTo>
                  <a:pt x="10483139" y="1602193"/>
                </a:lnTo>
                <a:lnTo>
                  <a:pt x="10485374" y="1596313"/>
                </a:lnTo>
                <a:lnTo>
                  <a:pt x="10488638" y="1592770"/>
                </a:lnTo>
                <a:lnTo>
                  <a:pt x="10493515" y="1594218"/>
                </a:lnTo>
                <a:lnTo>
                  <a:pt x="10496766" y="1595183"/>
                </a:lnTo>
                <a:lnTo>
                  <a:pt x="10496766" y="1571231"/>
                </a:lnTo>
                <a:lnTo>
                  <a:pt x="10492549" y="1573860"/>
                </a:lnTo>
                <a:lnTo>
                  <a:pt x="10487723" y="1578368"/>
                </a:lnTo>
                <a:lnTo>
                  <a:pt x="10486707" y="1580502"/>
                </a:lnTo>
                <a:lnTo>
                  <a:pt x="10485641" y="1582674"/>
                </a:lnTo>
                <a:lnTo>
                  <a:pt x="10489768" y="1581581"/>
                </a:lnTo>
                <a:lnTo>
                  <a:pt x="10492156" y="1581594"/>
                </a:lnTo>
                <a:lnTo>
                  <a:pt x="10492473" y="1581391"/>
                </a:lnTo>
                <a:lnTo>
                  <a:pt x="10493337" y="1582356"/>
                </a:lnTo>
                <a:lnTo>
                  <a:pt x="10494848" y="1582902"/>
                </a:lnTo>
                <a:lnTo>
                  <a:pt x="10491597" y="1587931"/>
                </a:lnTo>
                <a:lnTo>
                  <a:pt x="10488054" y="1591640"/>
                </a:lnTo>
                <a:lnTo>
                  <a:pt x="10476649" y="1594281"/>
                </a:lnTo>
                <a:lnTo>
                  <a:pt x="10471544" y="1598968"/>
                </a:lnTo>
                <a:lnTo>
                  <a:pt x="10472433" y="1601406"/>
                </a:lnTo>
                <a:lnTo>
                  <a:pt x="10472877" y="1602625"/>
                </a:lnTo>
                <a:lnTo>
                  <a:pt x="10475112" y="1608721"/>
                </a:lnTo>
                <a:lnTo>
                  <a:pt x="10475671" y="1609864"/>
                </a:lnTo>
                <a:lnTo>
                  <a:pt x="10474465" y="1612112"/>
                </a:lnTo>
                <a:lnTo>
                  <a:pt x="10467010" y="1613776"/>
                </a:lnTo>
                <a:lnTo>
                  <a:pt x="10463949" y="1615694"/>
                </a:lnTo>
                <a:lnTo>
                  <a:pt x="10463784" y="1617294"/>
                </a:lnTo>
                <a:lnTo>
                  <a:pt x="10463962" y="1618678"/>
                </a:lnTo>
                <a:lnTo>
                  <a:pt x="10463479" y="1618983"/>
                </a:lnTo>
                <a:lnTo>
                  <a:pt x="10465575" y="1622171"/>
                </a:lnTo>
                <a:lnTo>
                  <a:pt x="10467823" y="1623758"/>
                </a:lnTo>
                <a:lnTo>
                  <a:pt x="10470680" y="1624965"/>
                </a:lnTo>
                <a:lnTo>
                  <a:pt x="10471010" y="1624761"/>
                </a:lnTo>
                <a:lnTo>
                  <a:pt x="10475862" y="1626222"/>
                </a:lnTo>
                <a:lnTo>
                  <a:pt x="10480015" y="1628114"/>
                </a:lnTo>
                <a:lnTo>
                  <a:pt x="10487393" y="1630984"/>
                </a:lnTo>
                <a:lnTo>
                  <a:pt x="10494112" y="1626793"/>
                </a:lnTo>
                <a:lnTo>
                  <a:pt x="10501643" y="1626577"/>
                </a:lnTo>
                <a:lnTo>
                  <a:pt x="10508234" y="1625460"/>
                </a:lnTo>
                <a:lnTo>
                  <a:pt x="10509948" y="1625879"/>
                </a:lnTo>
                <a:lnTo>
                  <a:pt x="10526433" y="1624571"/>
                </a:lnTo>
                <a:lnTo>
                  <a:pt x="10529456" y="1624177"/>
                </a:lnTo>
                <a:lnTo>
                  <a:pt x="10532593" y="1623720"/>
                </a:lnTo>
                <a:lnTo>
                  <a:pt x="10535514" y="1623390"/>
                </a:lnTo>
                <a:lnTo>
                  <a:pt x="10537393" y="1623707"/>
                </a:lnTo>
                <a:lnTo>
                  <a:pt x="10541965" y="1623847"/>
                </a:lnTo>
                <a:lnTo>
                  <a:pt x="10549026" y="1626920"/>
                </a:lnTo>
                <a:lnTo>
                  <a:pt x="10551122" y="1616633"/>
                </a:lnTo>
                <a:lnTo>
                  <a:pt x="10551770" y="1614728"/>
                </a:lnTo>
                <a:lnTo>
                  <a:pt x="10557764" y="1613979"/>
                </a:lnTo>
                <a:lnTo>
                  <a:pt x="10562057" y="1612785"/>
                </a:lnTo>
                <a:lnTo>
                  <a:pt x="10563733" y="1616240"/>
                </a:lnTo>
                <a:lnTo>
                  <a:pt x="10565321" y="1618246"/>
                </a:lnTo>
                <a:lnTo>
                  <a:pt x="10568419" y="1617802"/>
                </a:lnTo>
                <a:lnTo>
                  <a:pt x="10575265" y="1616519"/>
                </a:lnTo>
                <a:lnTo>
                  <a:pt x="10579760" y="1615211"/>
                </a:lnTo>
                <a:lnTo>
                  <a:pt x="10590200" y="1613179"/>
                </a:lnTo>
                <a:lnTo>
                  <a:pt x="10617683" y="1603489"/>
                </a:lnTo>
                <a:lnTo>
                  <a:pt x="10618838" y="1602765"/>
                </a:lnTo>
                <a:lnTo>
                  <a:pt x="10633316" y="1598206"/>
                </a:lnTo>
                <a:lnTo>
                  <a:pt x="10645254" y="1595247"/>
                </a:lnTo>
                <a:lnTo>
                  <a:pt x="10657434" y="1592122"/>
                </a:lnTo>
                <a:lnTo>
                  <a:pt x="10680548" y="1583677"/>
                </a:lnTo>
                <a:lnTo>
                  <a:pt x="10690225" y="1580629"/>
                </a:lnTo>
                <a:lnTo>
                  <a:pt x="10691901" y="1579587"/>
                </a:lnTo>
                <a:lnTo>
                  <a:pt x="10699852" y="1577606"/>
                </a:lnTo>
                <a:lnTo>
                  <a:pt x="10718889" y="1573187"/>
                </a:lnTo>
                <a:lnTo>
                  <a:pt x="10723207" y="1571993"/>
                </a:lnTo>
                <a:lnTo>
                  <a:pt x="10725709" y="1568932"/>
                </a:lnTo>
                <a:lnTo>
                  <a:pt x="10727449" y="1567840"/>
                </a:lnTo>
                <a:lnTo>
                  <a:pt x="10734345" y="1566532"/>
                </a:lnTo>
                <a:lnTo>
                  <a:pt x="10737380" y="1566125"/>
                </a:lnTo>
                <a:lnTo>
                  <a:pt x="10741012" y="1565363"/>
                </a:lnTo>
                <a:lnTo>
                  <a:pt x="10747566" y="1564259"/>
                </a:lnTo>
                <a:lnTo>
                  <a:pt x="10748315" y="1563789"/>
                </a:lnTo>
                <a:lnTo>
                  <a:pt x="10761370" y="1561630"/>
                </a:lnTo>
                <a:lnTo>
                  <a:pt x="10767682" y="1557680"/>
                </a:lnTo>
                <a:lnTo>
                  <a:pt x="10782338" y="1554505"/>
                </a:lnTo>
                <a:lnTo>
                  <a:pt x="10792549" y="1552625"/>
                </a:lnTo>
                <a:lnTo>
                  <a:pt x="10796943" y="1551381"/>
                </a:lnTo>
                <a:lnTo>
                  <a:pt x="10803585" y="1548714"/>
                </a:lnTo>
                <a:lnTo>
                  <a:pt x="10812844" y="1547431"/>
                </a:lnTo>
                <a:lnTo>
                  <a:pt x="10818343" y="1545488"/>
                </a:lnTo>
                <a:lnTo>
                  <a:pt x="10828973" y="1543342"/>
                </a:lnTo>
                <a:lnTo>
                  <a:pt x="10855414" y="1535798"/>
                </a:lnTo>
                <a:lnTo>
                  <a:pt x="10861256" y="1533652"/>
                </a:lnTo>
                <a:lnTo>
                  <a:pt x="10895597" y="1525663"/>
                </a:lnTo>
                <a:lnTo>
                  <a:pt x="10913783" y="1520291"/>
                </a:lnTo>
                <a:lnTo>
                  <a:pt x="10921365" y="1518551"/>
                </a:lnTo>
                <a:lnTo>
                  <a:pt x="10928706" y="1516964"/>
                </a:lnTo>
                <a:lnTo>
                  <a:pt x="10941812" y="1513268"/>
                </a:lnTo>
                <a:lnTo>
                  <a:pt x="11235411" y="1329791"/>
                </a:lnTo>
                <a:close/>
              </a:path>
              <a:path w="11276330" h="1631314">
                <a:moveTo>
                  <a:pt x="11275911" y="1335938"/>
                </a:moveTo>
                <a:lnTo>
                  <a:pt x="11274082" y="1331087"/>
                </a:lnTo>
                <a:lnTo>
                  <a:pt x="11266399" y="1329893"/>
                </a:lnTo>
                <a:lnTo>
                  <a:pt x="11259934" y="1329448"/>
                </a:lnTo>
                <a:lnTo>
                  <a:pt x="11252581" y="1328051"/>
                </a:lnTo>
                <a:lnTo>
                  <a:pt x="11239703" y="1328610"/>
                </a:lnTo>
                <a:lnTo>
                  <a:pt x="11238141" y="1329588"/>
                </a:lnTo>
                <a:lnTo>
                  <a:pt x="11238497" y="1327861"/>
                </a:lnTo>
                <a:lnTo>
                  <a:pt x="11235411" y="1329791"/>
                </a:lnTo>
                <a:lnTo>
                  <a:pt x="11238128" y="1329601"/>
                </a:lnTo>
                <a:lnTo>
                  <a:pt x="11142853" y="1389138"/>
                </a:lnTo>
                <a:lnTo>
                  <a:pt x="11142853" y="1431061"/>
                </a:lnTo>
                <a:lnTo>
                  <a:pt x="11142066" y="1431556"/>
                </a:lnTo>
                <a:lnTo>
                  <a:pt x="11138751" y="1435125"/>
                </a:lnTo>
                <a:lnTo>
                  <a:pt x="11136694" y="1433410"/>
                </a:lnTo>
                <a:lnTo>
                  <a:pt x="11134598" y="1431721"/>
                </a:lnTo>
                <a:lnTo>
                  <a:pt x="11132541" y="1430020"/>
                </a:lnTo>
                <a:lnTo>
                  <a:pt x="11133011" y="1428229"/>
                </a:lnTo>
                <a:lnTo>
                  <a:pt x="11134166" y="1427505"/>
                </a:lnTo>
                <a:lnTo>
                  <a:pt x="11134636" y="1425714"/>
                </a:lnTo>
                <a:lnTo>
                  <a:pt x="11137138" y="1427149"/>
                </a:lnTo>
                <a:lnTo>
                  <a:pt x="11139411" y="1428724"/>
                </a:lnTo>
                <a:lnTo>
                  <a:pt x="11140351" y="1429639"/>
                </a:lnTo>
                <a:lnTo>
                  <a:pt x="11142853" y="1431061"/>
                </a:lnTo>
                <a:lnTo>
                  <a:pt x="11142853" y="1389138"/>
                </a:lnTo>
                <a:lnTo>
                  <a:pt x="10946168" y="1512036"/>
                </a:lnTo>
                <a:lnTo>
                  <a:pt x="10955553" y="1510665"/>
                </a:lnTo>
                <a:lnTo>
                  <a:pt x="10966348" y="1508417"/>
                </a:lnTo>
                <a:lnTo>
                  <a:pt x="10969358" y="1506537"/>
                </a:lnTo>
                <a:lnTo>
                  <a:pt x="10981258" y="1503591"/>
                </a:lnTo>
                <a:lnTo>
                  <a:pt x="10983024" y="1502486"/>
                </a:lnTo>
                <a:lnTo>
                  <a:pt x="10985310" y="1502549"/>
                </a:lnTo>
                <a:lnTo>
                  <a:pt x="11036935" y="1486763"/>
                </a:lnTo>
                <a:lnTo>
                  <a:pt x="11039932" y="1484896"/>
                </a:lnTo>
                <a:lnTo>
                  <a:pt x="11046257" y="1483931"/>
                </a:lnTo>
                <a:lnTo>
                  <a:pt x="11050549" y="1482750"/>
                </a:lnTo>
                <a:lnTo>
                  <a:pt x="11054258" y="1480439"/>
                </a:lnTo>
                <a:lnTo>
                  <a:pt x="11067339" y="1475257"/>
                </a:lnTo>
                <a:lnTo>
                  <a:pt x="11076750" y="1472374"/>
                </a:lnTo>
                <a:lnTo>
                  <a:pt x="11082795" y="1470088"/>
                </a:lnTo>
                <a:lnTo>
                  <a:pt x="11085487" y="1468412"/>
                </a:lnTo>
                <a:lnTo>
                  <a:pt x="11094872" y="1465541"/>
                </a:lnTo>
                <a:lnTo>
                  <a:pt x="11100956" y="1463230"/>
                </a:lnTo>
                <a:lnTo>
                  <a:pt x="11111929" y="1456372"/>
                </a:lnTo>
                <a:lnTo>
                  <a:pt x="11118571" y="1455216"/>
                </a:lnTo>
                <a:lnTo>
                  <a:pt x="11119561" y="1454607"/>
                </a:lnTo>
                <a:lnTo>
                  <a:pt x="11121708" y="1454759"/>
                </a:lnTo>
                <a:lnTo>
                  <a:pt x="11125137" y="1452613"/>
                </a:lnTo>
                <a:lnTo>
                  <a:pt x="11132630" y="1446441"/>
                </a:lnTo>
                <a:lnTo>
                  <a:pt x="11138218" y="1444447"/>
                </a:lnTo>
                <a:lnTo>
                  <a:pt x="11145114" y="1443126"/>
                </a:lnTo>
                <a:lnTo>
                  <a:pt x="11146295" y="1442389"/>
                </a:lnTo>
                <a:lnTo>
                  <a:pt x="11148124" y="1438249"/>
                </a:lnTo>
                <a:lnTo>
                  <a:pt x="11149101" y="1434642"/>
                </a:lnTo>
                <a:lnTo>
                  <a:pt x="11150778" y="1432102"/>
                </a:lnTo>
                <a:lnTo>
                  <a:pt x="11151527" y="1433131"/>
                </a:lnTo>
                <a:lnTo>
                  <a:pt x="11152289" y="1434160"/>
                </a:lnTo>
                <a:lnTo>
                  <a:pt x="11155236" y="1433817"/>
                </a:lnTo>
                <a:lnTo>
                  <a:pt x="11158766" y="1434592"/>
                </a:lnTo>
                <a:lnTo>
                  <a:pt x="11161814" y="1434185"/>
                </a:lnTo>
                <a:lnTo>
                  <a:pt x="11181347" y="1421980"/>
                </a:lnTo>
                <a:lnTo>
                  <a:pt x="11177676" y="1409306"/>
                </a:lnTo>
                <a:lnTo>
                  <a:pt x="11180331" y="1409141"/>
                </a:lnTo>
                <a:lnTo>
                  <a:pt x="11182248" y="1409446"/>
                </a:lnTo>
                <a:lnTo>
                  <a:pt x="11184687" y="1409407"/>
                </a:lnTo>
                <a:lnTo>
                  <a:pt x="11180382" y="1415097"/>
                </a:lnTo>
                <a:lnTo>
                  <a:pt x="11182845" y="1418043"/>
                </a:lnTo>
                <a:lnTo>
                  <a:pt x="11187875" y="1417904"/>
                </a:lnTo>
                <a:lnTo>
                  <a:pt x="11190986" y="1418958"/>
                </a:lnTo>
                <a:lnTo>
                  <a:pt x="11193818" y="1418678"/>
                </a:lnTo>
                <a:lnTo>
                  <a:pt x="11274057" y="1368539"/>
                </a:lnTo>
                <a:lnTo>
                  <a:pt x="11275886" y="1364411"/>
                </a:lnTo>
                <a:lnTo>
                  <a:pt x="11273498" y="1364399"/>
                </a:lnTo>
                <a:lnTo>
                  <a:pt x="11271148" y="1364373"/>
                </a:lnTo>
                <a:lnTo>
                  <a:pt x="11268685" y="1364411"/>
                </a:lnTo>
                <a:lnTo>
                  <a:pt x="11266907" y="1364030"/>
                </a:lnTo>
                <a:lnTo>
                  <a:pt x="11264367" y="1365618"/>
                </a:lnTo>
                <a:lnTo>
                  <a:pt x="11266970" y="1359496"/>
                </a:lnTo>
                <a:lnTo>
                  <a:pt x="11266107" y="1351051"/>
                </a:lnTo>
                <a:lnTo>
                  <a:pt x="11266424" y="1350848"/>
                </a:lnTo>
                <a:lnTo>
                  <a:pt x="11266894" y="1349057"/>
                </a:lnTo>
                <a:lnTo>
                  <a:pt x="11268278" y="1348193"/>
                </a:lnTo>
                <a:lnTo>
                  <a:pt x="11269726" y="1348790"/>
                </a:lnTo>
                <a:lnTo>
                  <a:pt x="11271733" y="1350530"/>
                </a:lnTo>
                <a:lnTo>
                  <a:pt x="11272355" y="1351635"/>
                </a:lnTo>
                <a:lnTo>
                  <a:pt x="11273206" y="1352600"/>
                </a:lnTo>
                <a:lnTo>
                  <a:pt x="11273688" y="1349311"/>
                </a:lnTo>
                <a:lnTo>
                  <a:pt x="11273320" y="1346542"/>
                </a:lnTo>
                <a:lnTo>
                  <a:pt x="11275911" y="1335938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5"/>
          <a:stretch>
            <a:fillRect/>
          </a:stretch>
        </p:blipFill>
        <p:spPr>
          <a:xfrm>
            <a:off x="14429096" y="5553953"/>
            <a:ext cx="837246" cy="271139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4088059" y="5907747"/>
            <a:ext cx="685165" cy="645160"/>
          </a:xfrm>
          <a:custGeom>
            <a:rect l="l" t="t" r="r" b="b"/>
            <a:pathLst>
              <a:path w="685165" h="645159">
                <a:moveTo>
                  <a:pt x="251536" y="130937"/>
                </a:moveTo>
                <a:lnTo>
                  <a:pt x="248996" y="128930"/>
                </a:lnTo>
                <a:lnTo>
                  <a:pt x="243852" y="124942"/>
                </a:lnTo>
                <a:lnTo>
                  <a:pt x="241592" y="126136"/>
                </a:lnTo>
                <a:lnTo>
                  <a:pt x="242265" y="128397"/>
                </a:lnTo>
                <a:lnTo>
                  <a:pt x="242303" y="131495"/>
                </a:lnTo>
                <a:lnTo>
                  <a:pt x="245364" y="133769"/>
                </a:lnTo>
                <a:lnTo>
                  <a:pt x="248373" y="132994"/>
                </a:lnTo>
                <a:lnTo>
                  <a:pt x="250736" y="133057"/>
                </a:lnTo>
                <a:lnTo>
                  <a:pt x="251536" y="130937"/>
                </a:lnTo>
                <a:close/>
              </a:path>
              <a:path w="685165" h="645159">
                <a:moveTo>
                  <a:pt x="684999" y="583412"/>
                </a:moveTo>
                <a:lnTo>
                  <a:pt x="684466" y="582320"/>
                </a:lnTo>
                <a:lnTo>
                  <a:pt x="674789" y="581177"/>
                </a:lnTo>
                <a:lnTo>
                  <a:pt x="679437" y="574217"/>
                </a:lnTo>
                <a:lnTo>
                  <a:pt x="674789" y="570661"/>
                </a:lnTo>
                <a:lnTo>
                  <a:pt x="667346" y="562787"/>
                </a:lnTo>
                <a:lnTo>
                  <a:pt x="663206" y="558939"/>
                </a:lnTo>
                <a:lnTo>
                  <a:pt x="656729" y="552450"/>
                </a:lnTo>
                <a:lnTo>
                  <a:pt x="653808" y="547598"/>
                </a:lnTo>
                <a:lnTo>
                  <a:pt x="645515" y="549135"/>
                </a:lnTo>
                <a:lnTo>
                  <a:pt x="644601" y="544563"/>
                </a:lnTo>
                <a:lnTo>
                  <a:pt x="638683" y="536727"/>
                </a:lnTo>
                <a:lnTo>
                  <a:pt x="635558" y="531736"/>
                </a:lnTo>
                <a:lnTo>
                  <a:pt x="625221" y="523252"/>
                </a:lnTo>
                <a:lnTo>
                  <a:pt x="618744" y="518947"/>
                </a:lnTo>
                <a:lnTo>
                  <a:pt x="614400" y="510286"/>
                </a:lnTo>
                <a:lnTo>
                  <a:pt x="612305" y="509168"/>
                </a:lnTo>
                <a:lnTo>
                  <a:pt x="610679" y="508863"/>
                </a:lnTo>
                <a:lnTo>
                  <a:pt x="604291" y="506056"/>
                </a:lnTo>
                <a:lnTo>
                  <a:pt x="599757" y="501319"/>
                </a:lnTo>
                <a:lnTo>
                  <a:pt x="596112" y="495757"/>
                </a:lnTo>
                <a:lnTo>
                  <a:pt x="592340" y="490499"/>
                </a:lnTo>
                <a:lnTo>
                  <a:pt x="587387" y="484809"/>
                </a:lnTo>
                <a:lnTo>
                  <a:pt x="584403" y="477037"/>
                </a:lnTo>
                <a:lnTo>
                  <a:pt x="574357" y="470319"/>
                </a:lnTo>
                <a:lnTo>
                  <a:pt x="571982" y="468096"/>
                </a:lnTo>
                <a:lnTo>
                  <a:pt x="572427" y="462229"/>
                </a:lnTo>
                <a:lnTo>
                  <a:pt x="571030" y="460273"/>
                </a:lnTo>
                <a:lnTo>
                  <a:pt x="563753" y="454761"/>
                </a:lnTo>
                <a:lnTo>
                  <a:pt x="557555" y="450481"/>
                </a:lnTo>
                <a:lnTo>
                  <a:pt x="551383" y="446062"/>
                </a:lnTo>
                <a:lnTo>
                  <a:pt x="556285" y="442264"/>
                </a:lnTo>
                <a:lnTo>
                  <a:pt x="552589" y="441121"/>
                </a:lnTo>
                <a:lnTo>
                  <a:pt x="549922" y="439737"/>
                </a:lnTo>
                <a:lnTo>
                  <a:pt x="543026" y="439394"/>
                </a:lnTo>
                <a:lnTo>
                  <a:pt x="541807" y="438378"/>
                </a:lnTo>
                <a:lnTo>
                  <a:pt x="544804" y="432955"/>
                </a:lnTo>
                <a:lnTo>
                  <a:pt x="544512" y="430784"/>
                </a:lnTo>
                <a:lnTo>
                  <a:pt x="541502" y="431482"/>
                </a:lnTo>
                <a:lnTo>
                  <a:pt x="537933" y="433349"/>
                </a:lnTo>
                <a:lnTo>
                  <a:pt x="527011" y="423824"/>
                </a:lnTo>
                <a:lnTo>
                  <a:pt x="524103" y="418401"/>
                </a:lnTo>
                <a:lnTo>
                  <a:pt x="520852" y="414705"/>
                </a:lnTo>
                <a:lnTo>
                  <a:pt x="517118" y="411048"/>
                </a:lnTo>
                <a:lnTo>
                  <a:pt x="515556" y="406730"/>
                </a:lnTo>
                <a:lnTo>
                  <a:pt x="518871" y="401027"/>
                </a:lnTo>
                <a:lnTo>
                  <a:pt x="507415" y="395566"/>
                </a:lnTo>
                <a:lnTo>
                  <a:pt x="498576" y="388353"/>
                </a:lnTo>
                <a:lnTo>
                  <a:pt x="492772" y="379171"/>
                </a:lnTo>
                <a:lnTo>
                  <a:pt x="490423" y="367792"/>
                </a:lnTo>
                <a:lnTo>
                  <a:pt x="485876" y="364934"/>
                </a:lnTo>
                <a:lnTo>
                  <a:pt x="481888" y="363016"/>
                </a:lnTo>
                <a:lnTo>
                  <a:pt x="473468" y="355942"/>
                </a:lnTo>
                <a:lnTo>
                  <a:pt x="468909" y="350888"/>
                </a:lnTo>
                <a:lnTo>
                  <a:pt x="463867" y="346392"/>
                </a:lnTo>
                <a:lnTo>
                  <a:pt x="442150" y="314528"/>
                </a:lnTo>
                <a:lnTo>
                  <a:pt x="440118" y="311975"/>
                </a:lnTo>
                <a:lnTo>
                  <a:pt x="435622" y="315188"/>
                </a:lnTo>
                <a:lnTo>
                  <a:pt x="430949" y="310946"/>
                </a:lnTo>
                <a:lnTo>
                  <a:pt x="427393" y="306730"/>
                </a:lnTo>
                <a:lnTo>
                  <a:pt x="431228" y="300228"/>
                </a:lnTo>
                <a:lnTo>
                  <a:pt x="421576" y="301485"/>
                </a:lnTo>
                <a:lnTo>
                  <a:pt x="419328" y="300647"/>
                </a:lnTo>
                <a:lnTo>
                  <a:pt x="411073" y="289420"/>
                </a:lnTo>
                <a:lnTo>
                  <a:pt x="403415" y="278879"/>
                </a:lnTo>
                <a:lnTo>
                  <a:pt x="406146" y="272846"/>
                </a:lnTo>
                <a:lnTo>
                  <a:pt x="405371" y="269430"/>
                </a:lnTo>
                <a:lnTo>
                  <a:pt x="401154" y="265493"/>
                </a:lnTo>
                <a:lnTo>
                  <a:pt x="394855" y="259511"/>
                </a:lnTo>
                <a:lnTo>
                  <a:pt x="382358" y="247459"/>
                </a:lnTo>
                <a:lnTo>
                  <a:pt x="374027" y="239725"/>
                </a:lnTo>
                <a:lnTo>
                  <a:pt x="368668" y="238086"/>
                </a:lnTo>
                <a:lnTo>
                  <a:pt x="365836" y="242963"/>
                </a:lnTo>
                <a:lnTo>
                  <a:pt x="362343" y="239128"/>
                </a:lnTo>
                <a:lnTo>
                  <a:pt x="358762" y="239864"/>
                </a:lnTo>
                <a:lnTo>
                  <a:pt x="357619" y="237972"/>
                </a:lnTo>
                <a:lnTo>
                  <a:pt x="356679" y="237007"/>
                </a:lnTo>
                <a:lnTo>
                  <a:pt x="357822" y="236181"/>
                </a:lnTo>
                <a:lnTo>
                  <a:pt x="358914" y="234772"/>
                </a:lnTo>
                <a:lnTo>
                  <a:pt x="362140" y="234518"/>
                </a:lnTo>
                <a:lnTo>
                  <a:pt x="364236" y="235229"/>
                </a:lnTo>
                <a:lnTo>
                  <a:pt x="366699" y="235635"/>
                </a:lnTo>
                <a:lnTo>
                  <a:pt x="364147" y="229920"/>
                </a:lnTo>
                <a:lnTo>
                  <a:pt x="355790" y="224815"/>
                </a:lnTo>
                <a:lnTo>
                  <a:pt x="344970" y="227317"/>
                </a:lnTo>
                <a:lnTo>
                  <a:pt x="339432" y="224282"/>
                </a:lnTo>
                <a:lnTo>
                  <a:pt x="335686" y="215823"/>
                </a:lnTo>
                <a:lnTo>
                  <a:pt x="333794" y="213842"/>
                </a:lnTo>
                <a:lnTo>
                  <a:pt x="332536" y="212013"/>
                </a:lnTo>
                <a:lnTo>
                  <a:pt x="332346" y="209232"/>
                </a:lnTo>
                <a:lnTo>
                  <a:pt x="333286" y="205155"/>
                </a:lnTo>
                <a:lnTo>
                  <a:pt x="328218" y="200571"/>
                </a:lnTo>
                <a:lnTo>
                  <a:pt x="323405" y="198742"/>
                </a:lnTo>
                <a:lnTo>
                  <a:pt x="317258" y="194906"/>
                </a:lnTo>
                <a:lnTo>
                  <a:pt x="315099" y="193459"/>
                </a:lnTo>
                <a:lnTo>
                  <a:pt x="309778" y="184873"/>
                </a:lnTo>
                <a:lnTo>
                  <a:pt x="303314" y="182638"/>
                </a:lnTo>
                <a:lnTo>
                  <a:pt x="292709" y="179717"/>
                </a:lnTo>
                <a:lnTo>
                  <a:pt x="289369" y="177203"/>
                </a:lnTo>
                <a:lnTo>
                  <a:pt x="285851" y="173748"/>
                </a:lnTo>
                <a:lnTo>
                  <a:pt x="287578" y="170459"/>
                </a:lnTo>
                <a:lnTo>
                  <a:pt x="287883" y="166636"/>
                </a:lnTo>
                <a:lnTo>
                  <a:pt x="287515" y="164960"/>
                </a:lnTo>
                <a:lnTo>
                  <a:pt x="286981" y="163093"/>
                </a:lnTo>
                <a:lnTo>
                  <a:pt x="284899" y="162877"/>
                </a:lnTo>
                <a:lnTo>
                  <a:pt x="284073" y="164503"/>
                </a:lnTo>
                <a:lnTo>
                  <a:pt x="283108" y="168224"/>
                </a:lnTo>
                <a:lnTo>
                  <a:pt x="282905" y="169862"/>
                </a:lnTo>
                <a:lnTo>
                  <a:pt x="278053" y="168084"/>
                </a:lnTo>
                <a:lnTo>
                  <a:pt x="269760" y="158635"/>
                </a:lnTo>
                <a:lnTo>
                  <a:pt x="272211" y="148691"/>
                </a:lnTo>
                <a:lnTo>
                  <a:pt x="267766" y="146812"/>
                </a:lnTo>
                <a:lnTo>
                  <a:pt x="263931" y="143840"/>
                </a:lnTo>
                <a:lnTo>
                  <a:pt x="259334" y="149872"/>
                </a:lnTo>
                <a:lnTo>
                  <a:pt x="248335" y="140944"/>
                </a:lnTo>
                <a:lnTo>
                  <a:pt x="218567" y="112928"/>
                </a:lnTo>
                <a:lnTo>
                  <a:pt x="218719" y="112877"/>
                </a:lnTo>
                <a:lnTo>
                  <a:pt x="218922" y="112877"/>
                </a:lnTo>
                <a:lnTo>
                  <a:pt x="227164" y="110096"/>
                </a:lnTo>
                <a:lnTo>
                  <a:pt x="225259" y="107950"/>
                </a:lnTo>
                <a:lnTo>
                  <a:pt x="223342" y="105803"/>
                </a:lnTo>
                <a:lnTo>
                  <a:pt x="220649" y="102743"/>
                </a:lnTo>
                <a:lnTo>
                  <a:pt x="218757" y="112725"/>
                </a:lnTo>
                <a:lnTo>
                  <a:pt x="217665" y="111887"/>
                </a:lnTo>
                <a:lnTo>
                  <a:pt x="216242" y="110972"/>
                </a:lnTo>
                <a:lnTo>
                  <a:pt x="211099" y="106032"/>
                </a:lnTo>
                <a:lnTo>
                  <a:pt x="207797" y="101269"/>
                </a:lnTo>
                <a:lnTo>
                  <a:pt x="194957" y="93306"/>
                </a:lnTo>
                <a:lnTo>
                  <a:pt x="194665" y="93675"/>
                </a:lnTo>
                <a:lnTo>
                  <a:pt x="199872" y="85902"/>
                </a:lnTo>
                <a:lnTo>
                  <a:pt x="197904" y="83794"/>
                </a:lnTo>
                <a:lnTo>
                  <a:pt x="196303" y="81000"/>
                </a:lnTo>
                <a:lnTo>
                  <a:pt x="190627" y="78193"/>
                </a:lnTo>
                <a:lnTo>
                  <a:pt x="188379" y="72948"/>
                </a:lnTo>
                <a:lnTo>
                  <a:pt x="181394" y="77317"/>
                </a:lnTo>
                <a:lnTo>
                  <a:pt x="178892" y="77190"/>
                </a:lnTo>
                <a:lnTo>
                  <a:pt x="176745" y="77622"/>
                </a:lnTo>
                <a:lnTo>
                  <a:pt x="176860" y="75628"/>
                </a:lnTo>
                <a:lnTo>
                  <a:pt x="177190" y="73621"/>
                </a:lnTo>
                <a:lnTo>
                  <a:pt x="176911" y="69316"/>
                </a:lnTo>
                <a:lnTo>
                  <a:pt x="151790" y="46926"/>
                </a:lnTo>
                <a:lnTo>
                  <a:pt x="140233" y="39408"/>
                </a:lnTo>
                <a:lnTo>
                  <a:pt x="134048" y="35229"/>
                </a:lnTo>
                <a:lnTo>
                  <a:pt x="127698" y="31343"/>
                </a:lnTo>
                <a:lnTo>
                  <a:pt x="115227" y="23596"/>
                </a:lnTo>
                <a:lnTo>
                  <a:pt x="82410" y="9639"/>
                </a:lnTo>
                <a:lnTo>
                  <a:pt x="74472" y="7073"/>
                </a:lnTo>
                <a:lnTo>
                  <a:pt x="73494" y="5994"/>
                </a:lnTo>
                <a:lnTo>
                  <a:pt x="71043" y="4953"/>
                </a:lnTo>
                <a:lnTo>
                  <a:pt x="69697" y="4546"/>
                </a:lnTo>
                <a:lnTo>
                  <a:pt x="64338" y="3746"/>
                </a:lnTo>
                <a:lnTo>
                  <a:pt x="59905" y="4229"/>
                </a:lnTo>
                <a:lnTo>
                  <a:pt x="51054" y="0"/>
                </a:lnTo>
                <a:lnTo>
                  <a:pt x="47142" y="1257"/>
                </a:lnTo>
                <a:lnTo>
                  <a:pt x="41681" y="10807"/>
                </a:lnTo>
                <a:lnTo>
                  <a:pt x="39281" y="15468"/>
                </a:lnTo>
                <a:lnTo>
                  <a:pt x="31508" y="14973"/>
                </a:lnTo>
                <a:lnTo>
                  <a:pt x="30530" y="17526"/>
                </a:lnTo>
                <a:lnTo>
                  <a:pt x="29121" y="19621"/>
                </a:lnTo>
                <a:lnTo>
                  <a:pt x="26682" y="17360"/>
                </a:lnTo>
                <a:lnTo>
                  <a:pt x="24523" y="15252"/>
                </a:lnTo>
                <a:lnTo>
                  <a:pt x="20789" y="12001"/>
                </a:lnTo>
                <a:lnTo>
                  <a:pt x="19151" y="9906"/>
                </a:lnTo>
                <a:lnTo>
                  <a:pt x="13131" y="10033"/>
                </a:lnTo>
                <a:lnTo>
                  <a:pt x="10261" y="8432"/>
                </a:lnTo>
                <a:lnTo>
                  <a:pt x="7099" y="3479"/>
                </a:lnTo>
                <a:lnTo>
                  <a:pt x="3937" y="3543"/>
                </a:lnTo>
                <a:lnTo>
                  <a:pt x="1308" y="3683"/>
                </a:lnTo>
                <a:lnTo>
                  <a:pt x="0" y="6007"/>
                </a:lnTo>
                <a:lnTo>
                  <a:pt x="2667" y="12560"/>
                </a:lnTo>
                <a:lnTo>
                  <a:pt x="4203" y="19240"/>
                </a:lnTo>
                <a:lnTo>
                  <a:pt x="19367" y="48526"/>
                </a:lnTo>
                <a:lnTo>
                  <a:pt x="19329" y="49872"/>
                </a:lnTo>
                <a:lnTo>
                  <a:pt x="21221" y="51371"/>
                </a:lnTo>
                <a:lnTo>
                  <a:pt x="24472" y="54914"/>
                </a:lnTo>
                <a:lnTo>
                  <a:pt x="26809" y="56946"/>
                </a:lnTo>
                <a:lnTo>
                  <a:pt x="28816" y="59296"/>
                </a:lnTo>
                <a:lnTo>
                  <a:pt x="57365" y="88582"/>
                </a:lnTo>
                <a:lnTo>
                  <a:pt x="64020" y="91998"/>
                </a:lnTo>
                <a:lnTo>
                  <a:pt x="72872" y="100672"/>
                </a:lnTo>
                <a:lnTo>
                  <a:pt x="85217" y="113220"/>
                </a:lnTo>
                <a:lnTo>
                  <a:pt x="91503" y="119380"/>
                </a:lnTo>
                <a:lnTo>
                  <a:pt x="95885" y="123583"/>
                </a:lnTo>
                <a:lnTo>
                  <a:pt x="100901" y="127139"/>
                </a:lnTo>
                <a:lnTo>
                  <a:pt x="109385" y="133667"/>
                </a:lnTo>
                <a:lnTo>
                  <a:pt x="113550" y="135915"/>
                </a:lnTo>
                <a:lnTo>
                  <a:pt x="121386" y="143471"/>
                </a:lnTo>
                <a:lnTo>
                  <a:pt x="124498" y="150088"/>
                </a:lnTo>
                <a:lnTo>
                  <a:pt x="134645" y="155346"/>
                </a:lnTo>
                <a:lnTo>
                  <a:pt x="136182" y="159562"/>
                </a:lnTo>
                <a:lnTo>
                  <a:pt x="139496" y="162674"/>
                </a:lnTo>
                <a:lnTo>
                  <a:pt x="146138" y="168668"/>
                </a:lnTo>
                <a:lnTo>
                  <a:pt x="159791" y="180276"/>
                </a:lnTo>
                <a:lnTo>
                  <a:pt x="166522" y="186194"/>
                </a:lnTo>
                <a:lnTo>
                  <a:pt x="171272" y="190500"/>
                </a:lnTo>
                <a:lnTo>
                  <a:pt x="175780" y="195287"/>
                </a:lnTo>
                <a:lnTo>
                  <a:pt x="182359" y="204584"/>
                </a:lnTo>
                <a:lnTo>
                  <a:pt x="183730" y="209791"/>
                </a:lnTo>
                <a:lnTo>
                  <a:pt x="190919" y="210070"/>
                </a:lnTo>
                <a:lnTo>
                  <a:pt x="191871" y="211061"/>
                </a:lnTo>
                <a:lnTo>
                  <a:pt x="192697" y="211721"/>
                </a:lnTo>
                <a:lnTo>
                  <a:pt x="200202" y="219062"/>
                </a:lnTo>
                <a:lnTo>
                  <a:pt x="206959" y="227152"/>
                </a:lnTo>
                <a:lnTo>
                  <a:pt x="213931" y="235013"/>
                </a:lnTo>
                <a:lnTo>
                  <a:pt x="222135" y="241668"/>
                </a:lnTo>
                <a:lnTo>
                  <a:pt x="222618" y="241985"/>
                </a:lnTo>
                <a:lnTo>
                  <a:pt x="222846" y="242760"/>
                </a:lnTo>
                <a:lnTo>
                  <a:pt x="226720" y="246595"/>
                </a:lnTo>
                <a:lnTo>
                  <a:pt x="230035" y="250024"/>
                </a:lnTo>
                <a:lnTo>
                  <a:pt x="238467" y="257581"/>
                </a:lnTo>
                <a:lnTo>
                  <a:pt x="245021" y="260832"/>
                </a:lnTo>
                <a:lnTo>
                  <a:pt x="248196" y="266153"/>
                </a:lnTo>
                <a:lnTo>
                  <a:pt x="254800" y="273418"/>
                </a:lnTo>
                <a:lnTo>
                  <a:pt x="262813" y="279336"/>
                </a:lnTo>
                <a:lnTo>
                  <a:pt x="269976" y="285953"/>
                </a:lnTo>
                <a:lnTo>
                  <a:pt x="274002" y="295287"/>
                </a:lnTo>
                <a:lnTo>
                  <a:pt x="274066" y="295617"/>
                </a:lnTo>
                <a:lnTo>
                  <a:pt x="274624" y="295859"/>
                </a:lnTo>
                <a:lnTo>
                  <a:pt x="303263" y="320941"/>
                </a:lnTo>
                <a:lnTo>
                  <a:pt x="304850" y="323075"/>
                </a:lnTo>
                <a:lnTo>
                  <a:pt x="311061" y="329438"/>
                </a:lnTo>
                <a:lnTo>
                  <a:pt x="315214" y="334264"/>
                </a:lnTo>
                <a:lnTo>
                  <a:pt x="325374" y="342684"/>
                </a:lnTo>
                <a:lnTo>
                  <a:pt x="332994" y="345186"/>
                </a:lnTo>
                <a:lnTo>
                  <a:pt x="336638" y="350558"/>
                </a:lnTo>
                <a:lnTo>
                  <a:pt x="360895" y="376199"/>
                </a:lnTo>
                <a:lnTo>
                  <a:pt x="365887" y="380885"/>
                </a:lnTo>
                <a:lnTo>
                  <a:pt x="394716" y="413321"/>
                </a:lnTo>
                <a:lnTo>
                  <a:pt x="400011" y="419709"/>
                </a:lnTo>
                <a:lnTo>
                  <a:pt x="405853" y="425450"/>
                </a:lnTo>
                <a:lnTo>
                  <a:pt x="411035" y="430149"/>
                </a:lnTo>
                <a:lnTo>
                  <a:pt x="415747" y="435102"/>
                </a:lnTo>
                <a:lnTo>
                  <a:pt x="419976" y="440410"/>
                </a:lnTo>
                <a:lnTo>
                  <a:pt x="423760" y="446176"/>
                </a:lnTo>
                <a:lnTo>
                  <a:pt x="425361" y="448856"/>
                </a:lnTo>
                <a:lnTo>
                  <a:pt x="428586" y="450545"/>
                </a:lnTo>
                <a:lnTo>
                  <a:pt x="429755" y="451535"/>
                </a:lnTo>
                <a:lnTo>
                  <a:pt x="433451" y="456285"/>
                </a:lnTo>
                <a:lnTo>
                  <a:pt x="435483" y="460997"/>
                </a:lnTo>
                <a:lnTo>
                  <a:pt x="445363" y="466394"/>
                </a:lnTo>
                <a:lnTo>
                  <a:pt x="447840" y="471716"/>
                </a:lnTo>
                <a:lnTo>
                  <a:pt x="450862" y="480187"/>
                </a:lnTo>
                <a:lnTo>
                  <a:pt x="452856" y="482219"/>
                </a:lnTo>
                <a:lnTo>
                  <a:pt x="458762" y="487781"/>
                </a:lnTo>
                <a:lnTo>
                  <a:pt x="463575" y="490943"/>
                </a:lnTo>
                <a:lnTo>
                  <a:pt x="467156" y="495173"/>
                </a:lnTo>
                <a:lnTo>
                  <a:pt x="471373" y="500456"/>
                </a:lnTo>
                <a:lnTo>
                  <a:pt x="479412" y="511378"/>
                </a:lnTo>
                <a:lnTo>
                  <a:pt x="483603" y="516712"/>
                </a:lnTo>
                <a:lnTo>
                  <a:pt x="488505" y="522414"/>
                </a:lnTo>
                <a:lnTo>
                  <a:pt x="493547" y="528002"/>
                </a:lnTo>
                <a:lnTo>
                  <a:pt x="507568" y="542950"/>
                </a:lnTo>
                <a:lnTo>
                  <a:pt x="511657" y="546569"/>
                </a:lnTo>
                <a:lnTo>
                  <a:pt x="518972" y="553681"/>
                </a:lnTo>
                <a:lnTo>
                  <a:pt x="546201" y="581126"/>
                </a:lnTo>
                <a:lnTo>
                  <a:pt x="556564" y="590207"/>
                </a:lnTo>
                <a:lnTo>
                  <a:pt x="561644" y="594868"/>
                </a:lnTo>
                <a:lnTo>
                  <a:pt x="568071" y="601218"/>
                </a:lnTo>
                <a:lnTo>
                  <a:pt x="580796" y="614057"/>
                </a:lnTo>
                <a:lnTo>
                  <a:pt x="587362" y="620268"/>
                </a:lnTo>
                <a:lnTo>
                  <a:pt x="592607" y="625030"/>
                </a:lnTo>
                <a:lnTo>
                  <a:pt x="599503" y="628002"/>
                </a:lnTo>
                <a:lnTo>
                  <a:pt x="610057" y="638073"/>
                </a:lnTo>
                <a:lnTo>
                  <a:pt x="619213" y="636511"/>
                </a:lnTo>
                <a:lnTo>
                  <a:pt x="623468" y="644537"/>
                </a:lnTo>
                <a:lnTo>
                  <a:pt x="625297" y="644715"/>
                </a:lnTo>
                <a:lnTo>
                  <a:pt x="632256" y="643204"/>
                </a:lnTo>
                <a:lnTo>
                  <a:pt x="638162" y="641718"/>
                </a:lnTo>
                <a:lnTo>
                  <a:pt x="644067" y="640295"/>
                </a:lnTo>
                <a:lnTo>
                  <a:pt x="643699" y="638365"/>
                </a:lnTo>
                <a:lnTo>
                  <a:pt x="649020" y="640765"/>
                </a:lnTo>
                <a:lnTo>
                  <a:pt x="649605" y="634415"/>
                </a:lnTo>
                <a:lnTo>
                  <a:pt x="650544" y="628091"/>
                </a:lnTo>
                <a:lnTo>
                  <a:pt x="633387" y="623570"/>
                </a:lnTo>
                <a:lnTo>
                  <a:pt x="631456" y="621106"/>
                </a:lnTo>
                <a:lnTo>
                  <a:pt x="633730" y="611644"/>
                </a:lnTo>
                <a:lnTo>
                  <a:pt x="636892" y="612889"/>
                </a:lnTo>
                <a:lnTo>
                  <a:pt x="640092" y="615238"/>
                </a:lnTo>
                <a:lnTo>
                  <a:pt x="648982" y="615188"/>
                </a:lnTo>
                <a:lnTo>
                  <a:pt x="654685" y="613905"/>
                </a:lnTo>
                <a:lnTo>
                  <a:pt x="661758" y="612419"/>
                </a:lnTo>
                <a:lnTo>
                  <a:pt x="663409" y="610755"/>
                </a:lnTo>
                <a:lnTo>
                  <a:pt x="666343" y="604520"/>
                </a:lnTo>
                <a:lnTo>
                  <a:pt x="665314" y="597344"/>
                </a:lnTo>
                <a:lnTo>
                  <a:pt x="674154" y="597217"/>
                </a:lnTo>
                <a:lnTo>
                  <a:pt x="675373" y="594690"/>
                </a:lnTo>
                <a:lnTo>
                  <a:pt x="670306" y="587349"/>
                </a:lnTo>
                <a:lnTo>
                  <a:pt x="676922" y="587184"/>
                </a:lnTo>
                <a:lnTo>
                  <a:pt x="681723" y="584403"/>
                </a:lnTo>
                <a:lnTo>
                  <a:pt x="683425" y="583996"/>
                </a:lnTo>
                <a:lnTo>
                  <a:pt x="684999" y="583412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/>
          <a:stretch>
            <a:fillRect/>
          </a:stretch>
        </p:blipFill>
        <p:spPr>
          <a:xfrm>
            <a:off x="12823173" y="1700994"/>
            <a:ext cx="2608575" cy="2700591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7"/>
          <a:stretch>
            <a:fillRect/>
          </a:stretch>
        </p:blipFill>
        <p:spPr>
          <a:xfrm>
            <a:off x="6478188" y="0"/>
            <a:ext cx="4814523" cy="21944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43665" y="2792216"/>
            <a:ext cx="8600440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4A25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4A25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1"/>
          <a:stretch>
            <a:fillRect/>
          </a:stretch>
        </p:blipFill>
        <p:spPr>
          <a:xfrm>
            <a:off x="1777021" y="0"/>
            <a:ext cx="4829381" cy="193950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/>
          <a:stretch>
            <a:fillRect/>
          </a:stretch>
        </p:blipFill>
        <p:spPr>
          <a:xfrm>
            <a:off x="15835640" y="5617219"/>
            <a:ext cx="2452371" cy="35242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/>
          <a:stretch>
            <a:fillRect/>
          </a:stretch>
        </p:blipFill>
        <p:spPr>
          <a:xfrm>
            <a:off x="15644957" y="0"/>
            <a:ext cx="2643039" cy="219371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5143499"/>
            <a:ext cx="1040910" cy="44767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270382" cy="285916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8467952"/>
            <a:ext cx="2650318" cy="181904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/>
          <a:stretch>
            <a:fillRect/>
          </a:stretch>
        </p:blipFill>
        <p:spPr>
          <a:xfrm>
            <a:off x="12839120" y="8828181"/>
            <a:ext cx="4128662" cy="145881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/>
          <a:stretch>
            <a:fillRect/>
          </a:stretch>
        </p:blipFill>
        <p:spPr>
          <a:xfrm>
            <a:off x="11490959" y="0"/>
            <a:ext cx="4814522" cy="219445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/>
          <a:stretch>
            <a:fillRect/>
          </a:stretch>
        </p:blipFill>
        <p:spPr>
          <a:xfrm>
            <a:off x="942039" y="8187963"/>
            <a:ext cx="6183415" cy="20990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4A25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1"/>
          <a:stretch>
            <a:fillRect/>
          </a:stretch>
        </p:blipFill>
        <p:spPr>
          <a:xfrm>
            <a:off x="13151473" y="0"/>
            <a:ext cx="4050157" cy="215768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366875" y="0"/>
            <a:ext cx="1921132" cy="37899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/>
          <a:stretch>
            <a:fillRect/>
          </a:stretch>
        </p:blipFill>
        <p:spPr>
          <a:xfrm>
            <a:off x="2727761" y="0"/>
            <a:ext cx="4853342" cy="203869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/>
          <a:stretch>
            <a:fillRect/>
          </a:stretch>
        </p:blipFill>
        <p:spPr>
          <a:xfrm>
            <a:off x="15774192" y="7232964"/>
            <a:ext cx="2513816" cy="305403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/>
          <a:stretch>
            <a:fillRect/>
          </a:stretch>
        </p:blipFill>
        <p:spPr>
          <a:xfrm>
            <a:off x="9845619" y="0"/>
            <a:ext cx="3905249" cy="148617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747114" y="3949567"/>
            <a:ext cx="1540879" cy="31718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5674278"/>
            <a:ext cx="1395325" cy="447674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/>
          <a:stretch>
            <a:fillRect/>
          </a:stretch>
        </p:blipFill>
        <p:spPr>
          <a:xfrm>
            <a:off x="0" y="2195821"/>
            <a:ext cx="1502603" cy="350518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651257" cy="285916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/>
          <a:stretch>
            <a:fillRect/>
          </a:stretch>
        </p:blipFill>
        <p:spPr>
          <a:xfrm>
            <a:off x="0" y="8509497"/>
            <a:ext cx="4538563" cy="177748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/>
          <a:stretch>
            <a:fillRect/>
          </a:stretch>
        </p:blipFill>
        <p:spPr>
          <a:xfrm>
            <a:off x="3918569" y="8509467"/>
            <a:ext cx="4381499" cy="177752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/>
          <a:stretch>
            <a:fillRect/>
          </a:stretch>
        </p:blipFill>
        <p:spPr>
          <a:xfrm>
            <a:off x="8113471" y="8297265"/>
            <a:ext cx="3952889" cy="198974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/>
          <a:stretch>
            <a:fillRect/>
          </a:stretch>
        </p:blipFill>
        <p:spPr>
          <a:xfrm>
            <a:off x="11853671" y="8733495"/>
            <a:ext cx="3924299" cy="155350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5096938" y="3922432"/>
            <a:ext cx="802640" cy="390525"/>
          </a:xfrm>
          <a:custGeom>
            <a:rect l="l" t="t" r="r" b="b"/>
            <a:pathLst>
              <a:path w="802639" h="390525">
                <a:moveTo>
                  <a:pt x="133982" y="226385"/>
                </a:moveTo>
                <a:lnTo>
                  <a:pt x="9538" y="310744"/>
                </a:lnTo>
                <a:lnTo>
                  <a:pt x="9960" y="308924"/>
                </a:lnTo>
                <a:lnTo>
                  <a:pt x="10269" y="308714"/>
                </a:lnTo>
                <a:lnTo>
                  <a:pt x="9094" y="300305"/>
                </a:lnTo>
                <a:lnTo>
                  <a:pt x="11463" y="294096"/>
                </a:lnTo>
                <a:lnTo>
                  <a:pt x="8987" y="295774"/>
                </a:lnTo>
                <a:lnTo>
                  <a:pt x="7191" y="295457"/>
                </a:lnTo>
                <a:lnTo>
                  <a:pt x="4725" y="295595"/>
                </a:lnTo>
                <a:lnTo>
                  <a:pt x="2388" y="295645"/>
                </a:lnTo>
                <a:lnTo>
                  <a:pt x="0" y="295730"/>
                </a:lnTo>
                <a:lnTo>
                  <a:pt x="1669" y="291530"/>
                </a:lnTo>
                <a:lnTo>
                  <a:pt x="79982" y="238442"/>
                </a:lnTo>
                <a:lnTo>
                  <a:pt x="82809" y="238060"/>
                </a:lnTo>
                <a:lnTo>
                  <a:pt x="85962" y="238992"/>
                </a:lnTo>
                <a:lnTo>
                  <a:pt x="90971" y="238664"/>
                </a:lnTo>
                <a:lnTo>
                  <a:pt x="93547" y="241521"/>
                </a:lnTo>
                <a:lnTo>
                  <a:pt x="89454" y="247364"/>
                </a:lnTo>
                <a:lnTo>
                  <a:pt x="91895" y="247244"/>
                </a:lnTo>
                <a:lnTo>
                  <a:pt x="93819" y="247474"/>
                </a:lnTo>
                <a:lnTo>
                  <a:pt x="96466" y="247214"/>
                </a:lnTo>
                <a:lnTo>
                  <a:pt x="130452" y="224175"/>
                </a:lnTo>
                <a:lnTo>
                  <a:pt x="133012" y="225509"/>
                </a:lnTo>
                <a:lnTo>
                  <a:pt x="133982" y="226385"/>
                </a:lnTo>
                <a:close/>
              </a:path>
              <a:path w="802639" h="390525">
                <a:moveTo>
                  <a:pt x="131226" y="223651"/>
                </a:moveTo>
                <a:lnTo>
                  <a:pt x="96466" y="247214"/>
                </a:lnTo>
                <a:lnTo>
                  <a:pt x="92331" y="234674"/>
                </a:lnTo>
                <a:lnTo>
                  <a:pt x="111387" y="221756"/>
                </a:lnTo>
                <a:lnTo>
                  <a:pt x="114420" y="221234"/>
                </a:lnTo>
                <a:lnTo>
                  <a:pt x="117986" y="221886"/>
                </a:lnTo>
                <a:lnTo>
                  <a:pt x="120916" y="221434"/>
                </a:lnTo>
                <a:lnTo>
                  <a:pt x="121706" y="222433"/>
                </a:lnTo>
                <a:lnTo>
                  <a:pt x="122496" y="223431"/>
                </a:lnTo>
                <a:lnTo>
                  <a:pt x="171131" y="190462"/>
                </a:lnTo>
                <a:lnTo>
                  <a:pt x="177128" y="187932"/>
                </a:lnTo>
                <a:lnTo>
                  <a:pt x="186398" y="184716"/>
                </a:lnTo>
                <a:lnTo>
                  <a:pt x="134407" y="219960"/>
                </a:lnTo>
                <a:lnTo>
                  <a:pt x="131226" y="223651"/>
                </a:lnTo>
                <a:close/>
              </a:path>
              <a:path w="802639" h="390525">
                <a:moveTo>
                  <a:pt x="160419" y="197724"/>
                </a:moveTo>
                <a:lnTo>
                  <a:pt x="122496" y="223431"/>
                </a:lnTo>
                <a:lnTo>
                  <a:pt x="124078" y="220824"/>
                </a:lnTo>
                <a:lnTo>
                  <a:pt x="124922" y="217184"/>
                </a:lnTo>
                <a:lnTo>
                  <a:pt x="126591" y="212984"/>
                </a:lnTo>
                <a:lnTo>
                  <a:pt x="127752" y="212197"/>
                </a:lnTo>
                <a:lnTo>
                  <a:pt x="134592" y="210629"/>
                </a:lnTo>
                <a:lnTo>
                  <a:pt x="140101" y="208429"/>
                </a:lnTo>
                <a:lnTo>
                  <a:pt x="153819" y="199129"/>
                </a:lnTo>
                <a:lnTo>
                  <a:pt x="160419" y="197724"/>
                </a:lnTo>
                <a:close/>
              </a:path>
              <a:path w="802639" h="390525">
                <a:moveTo>
                  <a:pt x="152860" y="199779"/>
                </a:moveTo>
                <a:lnTo>
                  <a:pt x="140101" y="208429"/>
                </a:lnTo>
                <a:lnTo>
                  <a:pt x="147356" y="201976"/>
                </a:lnTo>
                <a:lnTo>
                  <a:pt x="150709" y="199704"/>
                </a:lnTo>
                <a:lnTo>
                  <a:pt x="152860" y="199779"/>
                </a:lnTo>
                <a:close/>
              </a:path>
              <a:path w="802639" h="390525">
                <a:moveTo>
                  <a:pt x="323992" y="135938"/>
                </a:moveTo>
                <a:lnTo>
                  <a:pt x="37487" y="330155"/>
                </a:lnTo>
                <a:lnTo>
                  <a:pt x="24631" y="331198"/>
                </a:lnTo>
                <a:lnTo>
                  <a:pt x="17232" y="330077"/>
                </a:lnTo>
                <a:lnTo>
                  <a:pt x="10756" y="329864"/>
                </a:lnTo>
                <a:lnTo>
                  <a:pt x="3032" y="328963"/>
                </a:lnTo>
                <a:lnTo>
                  <a:pt x="1033" y="324181"/>
                </a:lnTo>
                <a:lnTo>
                  <a:pt x="3229" y="313486"/>
                </a:lnTo>
                <a:lnTo>
                  <a:pt x="2758" y="310737"/>
                </a:lnTo>
                <a:lnTo>
                  <a:pt x="3112" y="307428"/>
                </a:lnTo>
                <a:lnTo>
                  <a:pt x="4005" y="308357"/>
                </a:lnTo>
                <a:lnTo>
                  <a:pt x="4667" y="309443"/>
                </a:lnTo>
                <a:lnTo>
                  <a:pt x="6736" y="311109"/>
                </a:lnTo>
                <a:lnTo>
                  <a:pt x="8197" y="311653"/>
                </a:lnTo>
                <a:lnTo>
                  <a:pt x="133982" y="226385"/>
                </a:lnTo>
                <a:lnTo>
                  <a:pt x="136310" y="227876"/>
                </a:lnTo>
                <a:lnTo>
                  <a:pt x="138870" y="229209"/>
                </a:lnTo>
                <a:lnTo>
                  <a:pt x="234230" y="164566"/>
                </a:lnTo>
                <a:lnTo>
                  <a:pt x="285233" y="146869"/>
                </a:lnTo>
                <a:lnTo>
                  <a:pt x="287518" y="146854"/>
                </a:lnTo>
                <a:lnTo>
                  <a:pt x="289246" y="145683"/>
                </a:lnTo>
                <a:lnTo>
                  <a:pt x="301028" y="142299"/>
                </a:lnTo>
                <a:lnTo>
                  <a:pt x="303967" y="140306"/>
                </a:lnTo>
                <a:lnTo>
                  <a:pt x="314670" y="137654"/>
                </a:lnTo>
                <a:lnTo>
                  <a:pt x="323992" y="135938"/>
                </a:lnTo>
                <a:close/>
              </a:path>
              <a:path w="802639" h="390525">
                <a:moveTo>
                  <a:pt x="231309" y="166546"/>
                </a:moveTo>
                <a:lnTo>
                  <a:pt x="138870" y="229209"/>
                </a:lnTo>
                <a:lnTo>
                  <a:pt x="139266" y="227406"/>
                </a:lnTo>
                <a:lnTo>
                  <a:pt x="140401" y="226637"/>
                </a:lnTo>
                <a:lnTo>
                  <a:pt x="140797" y="224834"/>
                </a:lnTo>
                <a:lnTo>
                  <a:pt x="138675" y="223204"/>
                </a:lnTo>
                <a:lnTo>
                  <a:pt x="136528" y="221591"/>
                </a:lnTo>
                <a:lnTo>
                  <a:pt x="134407" y="219960"/>
                </a:lnTo>
                <a:lnTo>
                  <a:pt x="189020" y="182939"/>
                </a:lnTo>
                <a:lnTo>
                  <a:pt x="194976" y="180436"/>
                </a:lnTo>
                <a:lnTo>
                  <a:pt x="204276" y="177200"/>
                </a:lnTo>
                <a:lnTo>
                  <a:pt x="217160" y="171535"/>
                </a:lnTo>
                <a:lnTo>
                  <a:pt x="220770" y="169088"/>
                </a:lnTo>
                <a:lnTo>
                  <a:pt x="225015" y="167744"/>
                </a:lnTo>
                <a:lnTo>
                  <a:pt x="231309" y="166546"/>
                </a:lnTo>
                <a:close/>
              </a:path>
              <a:path w="802639" h="390525">
                <a:moveTo>
                  <a:pt x="41732" y="328812"/>
                </a:moveTo>
                <a:lnTo>
                  <a:pt x="38715" y="330857"/>
                </a:lnTo>
                <a:lnTo>
                  <a:pt x="39008" y="329124"/>
                </a:lnTo>
                <a:lnTo>
                  <a:pt x="41732" y="328812"/>
                </a:lnTo>
                <a:close/>
              </a:path>
              <a:path w="802639" h="390525">
                <a:moveTo>
                  <a:pt x="75072" y="359912"/>
                </a:moveTo>
                <a:lnTo>
                  <a:pt x="71728" y="362178"/>
                </a:lnTo>
                <a:lnTo>
                  <a:pt x="70931" y="358116"/>
                </a:lnTo>
                <a:lnTo>
                  <a:pt x="69231" y="354665"/>
                </a:lnTo>
                <a:lnTo>
                  <a:pt x="63903" y="356743"/>
                </a:lnTo>
                <a:lnTo>
                  <a:pt x="57656" y="357909"/>
                </a:lnTo>
                <a:lnTo>
                  <a:pt x="55999" y="355964"/>
                </a:lnTo>
                <a:lnTo>
                  <a:pt x="56887" y="349224"/>
                </a:lnTo>
                <a:lnTo>
                  <a:pt x="57086" y="346021"/>
                </a:lnTo>
                <a:lnTo>
                  <a:pt x="57131" y="342922"/>
                </a:lnTo>
                <a:lnTo>
                  <a:pt x="58294" y="337531"/>
                </a:lnTo>
                <a:lnTo>
                  <a:pt x="59386" y="335256"/>
                </a:lnTo>
                <a:lnTo>
                  <a:pt x="60282" y="331580"/>
                </a:lnTo>
                <a:lnTo>
                  <a:pt x="54775" y="329176"/>
                </a:lnTo>
                <a:lnTo>
                  <a:pt x="47180" y="328187"/>
                </a:lnTo>
                <a:lnTo>
                  <a:pt x="41732" y="328812"/>
                </a:lnTo>
                <a:lnTo>
                  <a:pt x="328301" y="134551"/>
                </a:lnTo>
                <a:lnTo>
                  <a:pt x="341264" y="130367"/>
                </a:lnTo>
                <a:lnTo>
                  <a:pt x="348542" y="128501"/>
                </a:lnTo>
                <a:lnTo>
                  <a:pt x="356053" y="126479"/>
                </a:lnTo>
                <a:lnTo>
                  <a:pt x="374021" y="120435"/>
                </a:lnTo>
                <a:lnTo>
                  <a:pt x="408045" y="111180"/>
                </a:lnTo>
                <a:lnTo>
                  <a:pt x="413803" y="108811"/>
                </a:lnTo>
                <a:lnTo>
                  <a:pt x="171988" y="272734"/>
                </a:lnTo>
                <a:lnTo>
                  <a:pt x="172871" y="275203"/>
                </a:lnTo>
                <a:lnTo>
                  <a:pt x="177511" y="276661"/>
                </a:lnTo>
                <a:lnTo>
                  <a:pt x="182098" y="278154"/>
                </a:lnTo>
                <a:lnTo>
                  <a:pt x="224074" y="249699"/>
                </a:lnTo>
                <a:lnTo>
                  <a:pt x="220759" y="255016"/>
                </a:lnTo>
                <a:lnTo>
                  <a:pt x="226397" y="252728"/>
                </a:lnTo>
                <a:lnTo>
                  <a:pt x="229791" y="251961"/>
                </a:lnTo>
                <a:lnTo>
                  <a:pt x="73242" y="358083"/>
                </a:lnTo>
                <a:lnTo>
                  <a:pt x="75072" y="359912"/>
                </a:lnTo>
                <a:close/>
              </a:path>
              <a:path w="802639" h="390525">
                <a:moveTo>
                  <a:pt x="224074" y="249699"/>
                </a:moveTo>
                <a:lnTo>
                  <a:pt x="182098" y="278154"/>
                </a:lnTo>
                <a:lnTo>
                  <a:pt x="183160" y="268229"/>
                </a:lnTo>
                <a:lnTo>
                  <a:pt x="178451" y="269887"/>
                </a:lnTo>
                <a:lnTo>
                  <a:pt x="175588" y="271827"/>
                </a:lnTo>
                <a:lnTo>
                  <a:pt x="171988" y="272734"/>
                </a:lnTo>
                <a:lnTo>
                  <a:pt x="413803" y="108811"/>
                </a:lnTo>
                <a:lnTo>
                  <a:pt x="439943" y="100297"/>
                </a:lnTo>
                <a:lnTo>
                  <a:pt x="225283" y="245811"/>
                </a:lnTo>
                <a:lnTo>
                  <a:pt x="224074" y="249699"/>
                </a:lnTo>
                <a:close/>
              </a:path>
              <a:path w="802639" h="390525">
                <a:moveTo>
                  <a:pt x="256332" y="241641"/>
                </a:moveTo>
                <a:lnTo>
                  <a:pt x="88203" y="355613"/>
                </a:lnTo>
                <a:lnTo>
                  <a:pt x="88548" y="353845"/>
                </a:lnTo>
                <a:lnTo>
                  <a:pt x="87319" y="353144"/>
                </a:lnTo>
                <a:lnTo>
                  <a:pt x="85559" y="351268"/>
                </a:lnTo>
                <a:lnTo>
                  <a:pt x="235867" y="249377"/>
                </a:lnTo>
                <a:lnTo>
                  <a:pt x="229271" y="244643"/>
                </a:lnTo>
                <a:lnTo>
                  <a:pt x="225283" y="245811"/>
                </a:lnTo>
                <a:lnTo>
                  <a:pt x="439943" y="100297"/>
                </a:lnTo>
                <a:lnTo>
                  <a:pt x="450490" y="97750"/>
                </a:lnTo>
                <a:lnTo>
                  <a:pt x="455909" y="95611"/>
                </a:lnTo>
                <a:lnTo>
                  <a:pt x="248866" y="235962"/>
                </a:lnTo>
                <a:lnTo>
                  <a:pt x="244421" y="240510"/>
                </a:lnTo>
                <a:lnTo>
                  <a:pt x="248322" y="240934"/>
                </a:lnTo>
                <a:lnTo>
                  <a:pt x="253399" y="242095"/>
                </a:lnTo>
                <a:lnTo>
                  <a:pt x="256332" y="241641"/>
                </a:lnTo>
                <a:close/>
              </a:path>
              <a:path w="802639" h="390525">
                <a:moveTo>
                  <a:pt x="274633" y="230769"/>
                </a:moveTo>
                <a:lnTo>
                  <a:pt x="257996" y="242047"/>
                </a:lnTo>
                <a:lnTo>
                  <a:pt x="253050" y="236194"/>
                </a:lnTo>
                <a:lnTo>
                  <a:pt x="248866" y="235962"/>
                </a:lnTo>
                <a:lnTo>
                  <a:pt x="455909" y="95611"/>
                </a:lnTo>
                <a:lnTo>
                  <a:pt x="465107" y="93978"/>
                </a:lnTo>
                <a:lnTo>
                  <a:pt x="471656" y="91073"/>
                </a:lnTo>
                <a:lnTo>
                  <a:pt x="476001" y="89662"/>
                </a:lnTo>
                <a:lnTo>
                  <a:pt x="274734" y="226098"/>
                </a:lnTo>
                <a:lnTo>
                  <a:pt x="274235" y="227971"/>
                </a:lnTo>
                <a:lnTo>
                  <a:pt x="273048" y="228775"/>
                </a:lnTo>
                <a:lnTo>
                  <a:pt x="273581" y="229949"/>
                </a:lnTo>
                <a:lnTo>
                  <a:pt x="274633" y="230769"/>
                </a:lnTo>
                <a:close/>
              </a:path>
              <a:path w="802639" h="390525">
                <a:moveTo>
                  <a:pt x="68450" y="385881"/>
                </a:moveTo>
                <a:lnTo>
                  <a:pt x="62116" y="388640"/>
                </a:lnTo>
                <a:lnTo>
                  <a:pt x="58000" y="389896"/>
                </a:lnTo>
                <a:lnTo>
                  <a:pt x="53248" y="390049"/>
                </a:lnTo>
                <a:lnTo>
                  <a:pt x="48935" y="389904"/>
                </a:lnTo>
                <a:lnTo>
                  <a:pt x="44854" y="389602"/>
                </a:lnTo>
                <a:lnTo>
                  <a:pt x="45001" y="386433"/>
                </a:lnTo>
                <a:lnTo>
                  <a:pt x="46609" y="383809"/>
                </a:lnTo>
                <a:lnTo>
                  <a:pt x="48862" y="380747"/>
                </a:lnTo>
                <a:lnTo>
                  <a:pt x="50325" y="376687"/>
                </a:lnTo>
                <a:lnTo>
                  <a:pt x="52768" y="371963"/>
                </a:lnTo>
                <a:lnTo>
                  <a:pt x="55011" y="370442"/>
                </a:lnTo>
                <a:lnTo>
                  <a:pt x="66493" y="365727"/>
                </a:lnTo>
                <a:lnTo>
                  <a:pt x="75072" y="359912"/>
                </a:lnTo>
                <a:lnTo>
                  <a:pt x="76892" y="361746"/>
                </a:lnTo>
                <a:lnTo>
                  <a:pt x="81137" y="360403"/>
                </a:lnTo>
                <a:lnTo>
                  <a:pt x="256332" y="241641"/>
                </a:lnTo>
                <a:lnTo>
                  <a:pt x="257996" y="242047"/>
                </a:lnTo>
                <a:lnTo>
                  <a:pt x="274633" y="230769"/>
                </a:lnTo>
                <a:lnTo>
                  <a:pt x="277849" y="233192"/>
                </a:lnTo>
                <a:lnTo>
                  <a:pt x="284622" y="230136"/>
                </a:lnTo>
                <a:lnTo>
                  <a:pt x="506822" y="79509"/>
                </a:lnTo>
                <a:lnTo>
                  <a:pt x="519785" y="76859"/>
                </a:lnTo>
                <a:lnTo>
                  <a:pt x="205575" y="289857"/>
                </a:lnTo>
                <a:lnTo>
                  <a:pt x="204714" y="291975"/>
                </a:lnTo>
                <a:lnTo>
                  <a:pt x="73746" y="380757"/>
                </a:lnTo>
                <a:lnTo>
                  <a:pt x="68450" y="385881"/>
                </a:lnTo>
                <a:close/>
              </a:path>
              <a:path w="802639" h="390525">
                <a:moveTo>
                  <a:pt x="235867" y="249377"/>
                </a:moveTo>
                <a:lnTo>
                  <a:pt x="84785" y="351793"/>
                </a:lnTo>
                <a:lnTo>
                  <a:pt x="80669" y="353049"/>
                </a:lnTo>
                <a:lnTo>
                  <a:pt x="229791" y="251961"/>
                </a:lnTo>
                <a:lnTo>
                  <a:pt x="235867" y="249377"/>
                </a:lnTo>
                <a:close/>
              </a:path>
              <a:path w="802639" h="390525">
                <a:moveTo>
                  <a:pt x="500659" y="83687"/>
                </a:moveTo>
                <a:lnTo>
                  <a:pt x="284622" y="230136"/>
                </a:lnTo>
                <a:lnTo>
                  <a:pt x="285088" y="225216"/>
                </a:lnTo>
                <a:lnTo>
                  <a:pt x="281900" y="225843"/>
                </a:lnTo>
                <a:lnTo>
                  <a:pt x="279150" y="226173"/>
                </a:lnTo>
                <a:lnTo>
                  <a:pt x="276246" y="226607"/>
                </a:lnTo>
                <a:lnTo>
                  <a:pt x="274734" y="226098"/>
                </a:lnTo>
                <a:lnTo>
                  <a:pt x="476001" y="89662"/>
                </a:lnTo>
                <a:lnTo>
                  <a:pt x="486130" y="87399"/>
                </a:lnTo>
                <a:lnTo>
                  <a:pt x="500659" y="83687"/>
                </a:lnTo>
                <a:close/>
              </a:path>
              <a:path w="802639" h="390525">
                <a:moveTo>
                  <a:pt x="221115" y="290063"/>
                </a:moveTo>
                <a:lnTo>
                  <a:pt x="215385" y="293947"/>
                </a:lnTo>
                <a:lnTo>
                  <a:pt x="216452" y="291690"/>
                </a:lnTo>
                <a:lnTo>
                  <a:pt x="209424" y="290317"/>
                </a:lnTo>
                <a:lnTo>
                  <a:pt x="205833" y="289683"/>
                </a:lnTo>
                <a:lnTo>
                  <a:pt x="520512" y="76366"/>
                </a:lnTo>
                <a:lnTo>
                  <a:pt x="527027" y="75018"/>
                </a:lnTo>
                <a:lnTo>
                  <a:pt x="530627" y="74113"/>
                </a:lnTo>
                <a:lnTo>
                  <a:pt x="215629" y="287645"/>
                </a:lnTo>
                <a:lnTo>
                  <a:pt x="219675" y="289505"/>
                </a:lnTo>
                <a:lnTo>
                  <a:pt x="221115" y="290063"/>
                </a:lnTo>
                <a:close/>
              </a:path>
              <a:path w="802639" h="390525">
                <a:moveTo>
                  <a:pt x="97869" y="372075"/>
                </a:moveTo>
                <a:lnTo>
                  <a:pt x="86417" y="376770"/>
                </a:lnTo>
                <a:lnTo>
                  <a:pt x="80002" y="378050"/>
                </a:lnTo>
                <a:lnTo>
                  <a:pt x="73746" y="380757"/>
                </a:lnTo>
                <a:lnTo>
                  <a:pt x="205184" y="291657"/>
                </a:lnTo>
                <a:lnTo>
                  <a:pt x="208486" y="292487"/>
                </a:lnTo>
                <a:lnTo>
                  <a:pt x="211699" y="293377"/>
                </a:lnTo>
                <a:lnTo>
                  <a:pt x="102537" y="367376"/>
                </a:lnTo>
                <a:lnTo>
                  <a:pt x="97869" y="372075"/>
                </a:lnTo>
                <a:close/>
              </a:path>
              <a:path w="802639" h="390525">
                <a:moveTo>
                  <a:pt x="240145" y="284835"/>
                </a:moveTo>
                <a:lnTo>
                  <a:pt x="235993" y="287649"/>
                </a:lnTo>
                <a:lnTo>
                  <a:pt x="235522" y="284900"/>
                </a:lnTo>
                <a:lnTo>
                  <a:pt x="235824" y="281626"/>
                </a:lnTo>
                <a:lnTo>
                  <a:pt x="234322" y="279576"/>
                </a:lnTo>
                <a:lnTo>
                  <a:pt x="230447" y="279134"/>
                </a:lnTo>
                <a:lnTo>
                  <a:pt x="228925" y="280166"/>
                </a:lnTo>
                <a:lnTo>
                  <a:pt x="224500" y="281631"/>
                </a:lnTo>
                <a:lnTo>
                  <a:pt x="236464" y="273521"/>
                </a:lnTo>
                <a:lnTo>
                  <a:pt x="240145" y="284835"/>
                </a:lnTo>
                <a:close/>
              </a:path>
              <a:path w="802639" h="390525">
                <a:moveTo>
                  <a:pt x="300125" y="259518"/>
                </a:moveTo>
                <a:lnTo>
                  <a:pt x="296368" y="262065"/>
                </a:lnTo>
                <a:lnTo>
                  <a:pt x="297512" y="259755"/>
                </a:lnTo>
                <a:lnTo>
                  <a:pt x="286715" y="253266"/>
                </a:lnTo>
                <a:lnTo>
                  <a:pt x="279366" y="258247"/>
                </a:lnTo>
                <a:lnTo>
                  <a:pt x="270970" y="260870"/>
                </a:lnTo>
                <a:lnTo>
                  <a:pt x="247876" y="271922"/>
                </a:lnTo>
                <a:lnTo>
                  <a:pt x="246896" y="272586"/>
                </a:lnTo>
                <a:lnTo>
                  <a:pt x="236619" y="273416"/>
                </a:lnTo>
                <a:lnTo>
                  <a:pt x="530627" y="74113"/>
                </a:lnTo>
                <a:lnTo>
                  <a:pt x="533648" y="73598"/>
                </a:lnTo>
                <a:lnTo>
                  <a:pt x="540482" y="72034"/>
                </a:lnTo>
                <a:lnTo>
                  <a:pt x="548837" y="66371"/>
                </a:lnTo>
                <a:lnTo>
                  <a:pt x="567704" y="61253"/>
                </a:lnTo>
                <a:lnTo>
                  <a:pt x="575595" y="58972"/>
                </a:lnTo>
                <a:lnTo>
                  <a:pt x="295705" y="248706"/>
                </a:lnTo>
                <a:lnTo>
                  <a:pt x="297868" y="251842"/>
                </a:lnTo>
                <a:lnTo>
                  <a:pt x="298210" y="254678"/>
                </a:lnTo>
                <a:lnTo>
                  <a:pt x="298562" y="255974"/>
                </a:lnTo>
                <a:lnTo>
                  <a:pt x="298604" y="257480"/>
                </a:lnTo>
                <a:lnTo>
                  <a:pt x="298156" y="259318"/>
                </a:lnTo>
                <a:lnTo>
                  <a:pt x="300125" y="259518"/>
                </a:lnTo>
                <a:close/>
              </a:path>
              <a:path w="802639" h="390525">
                <a:moveTo>
                  <a:pt x="271067" y="271544"/>
                </a:moveTo>
                <a:lnTo>
                  <a:pt x="171196" y="339245"/>
                </a:lnTo>
                <a:lnTo>
                  <a:pt x="166951" y="340589"/>
                </a:lnTo>
                <a:lnTo>
                  <a:pt x="163367" y="343018"/>
                </a:lnTo>
                <a:lnTo>
                  <a:pt x="154067" y="347788"/>
                </a:lnTo>
                <a:lnTo>
                  <a:pt x="148275" y="350180"/>
                </a:lnTo>
                <a:lnTo>
                  <a:pt x="127968" y="359343"/>
                </a:lnTo>
                <a:lnTo>
                  <a:pt x="120824" y="362651"/>
                </a:lnTo>
                <a:lnTo>
                  <a:pt x="114577" y="363818"/>
                </a:lnTo>
                <a:lnTo>
                  <a:pt x="109171" y="365948"/>
                </a:lnTo>
                <a:lnTo>
                  <a:pt x="103001" y="367062"/>
                </a:lnTo>
                <a:lnTo>
                  <a:pt x="211699" y="293377"/>
                </a:lnTo>
                <a:lnTo>
                  <a:pt x="215385" y="293947"/>
                </a:lnTo>
                <a:lnTo>
                  <a:pt x="221115" y="290063"/>
                </a:lnTo>
                <a:lnTo>
                  <a:pt x="222312" y="290786"/>
                </a:lnTo>
                <a:lnTo>
                  <a:pt x="225749" y="291525"/>
                </a:lnTo>
                <a:lnTo>
                  <a:pt x="232393" y="287021"/>
                </a:lnTo>
                <a:lnTo>
                  <a:pt x="233583" y="287748"/>
                </a:lnTo>
                <a:lnTo>
                  <a:pt x="234739" y="286965"/>
                </a:lnTo>
                <a:lnTo>
                  <a:pt x="235993" y="287649"/>
                </a:lnTo>
                <a:lnTo>
                  <a:pt x="242388" y="283314"/>
                </a:lnTo>
                <a:lnTo>
                  <a:pt x="245060" y="283037"/>
                </a:lnTo>
                <a:lnTo>
                  <a:pt x="254608" y="279633"/>
                </a:lnTo>
                <a:lnTo>
                  <a:pt x="271067" y="271544"/>
                </a:lnTo>
                <a:close/>
              </a:path>
              <a:path w="802639" h="390525">
                <a:moveTo>
                  <a:pt x="548837" y="66371"/>
                </a:moveTo>
                <a:lnTo>
                  <a:pt x="542184" y="70881"/>
                </a:lnTo>
                <a:lnTo>
                  <a:pt x="544566" y="67732"/>
                </a:lnTo>
                <a:lnTo>
                  <a:pt x="548837" y="66371"/>
                </a:lnTo>
                <a:close/>
              </a:path>
              <a:path w="802639" h="390525">
                <a:moveTo>
                  <a:pt x="232273" y="287102"/>
                </a:moveTo>
                <a:lnTo>
                  <a:pt x="226703" y="290878"/>
                </a:lnTo>
                <a:lnTo>
                  <a:pt x="227753" y="287097"/>
                </a:lnTo>
                <a:lnTo>
                  <a:pt x="229103" y="284648"/>
                </a:lnTo>
                <a:lnTo>
                  <a:pt x="232273" y="287102"/>
                </a:lnTo>
                <a:close/>
              </a:path>
              <a:path w="802639" h="390525">
                <a:moveTo>
                  <a:pt x="321033" y="251481"/>
                </a:moveTo>
                <a:lnTo>
                  <a:pt x="314432" y="255956"/>
                </a:lnTo>
                <a:lnTo>
                  <a:pt x="315447" y="253734"/>
                </a:lnTo>
                <a:lnTo>
                  <a:pt x="314702" y="249636"/>
                </a:lnTo>
                <a:lnTo>
                  <a:pt x="305914" y="246388"/>
                </a:lnTo>
                <a:lnTo>
                  <a:pt x="301642" y="247749"/>
                </a:lnTo>
                <a:lnTo>
                  <a:pt x="295705" y="248706"/>
                </a:lnTo>
                <a:lnTo>
                  <a:pt x="577211" y="57877"/>
                </a:lnTo>
                <a:lnTo>
                  <a:pt x="586761" y="54471"/>
                </a:lnTo>
                <a:lnTo>
                  <a:pt x="609551" y="45160"/>
                </a:lnTo>
                <a:lnTo>
                  <a:pt x="621601" y="41594"/>
                </a:lnTo>
                <a:lnTo>
                  <a:pt x="322592" y="244287"/>
                </a:lnTo>
                <a:lnTo>
                  <a:pt x="321861" y="246318"/>
                </a:lnTo>
                <a:lnTo>
                  <a:pt x="321336" y="248208"/>
                </a:lnTo>
                <a:lnTo>
                  <a:pt x="320769" y="248592"/>
                </a:lnTo>
                <a:lnTo>
                  <a:pt x="320914" y="250028"/>
                </a:lnTo>
                <a:lnTo>
                  <a:pt x="321033" y="251481"/>
                </a:lnTo>
                <a:close/>
              </a:path>
              <a:path w="802639" h="390525">
                <a:moveTo>
                  <a:pt x="297980" y="283986"/>
                </a:moveTo>
                <a:lnTo>
                  <a:pt x="287581" y="287967"/>
                </a:lnTo>
                <a:lnTo>
                  <a:pt x="280209" y="288362"/>
                </a:lnTo>
                <a:lnTo>
                  <a:pt x="266947" y="294283"/>
                </a:lnTo>
                <a:lnTo>
                  <a:pt x="252526" y="300990"/>
                </a:lnTo>
                <a:lnTo>
                  <a:pt x="227474" y="311836"/>
                </a:lnTo>
                <a:lnTo>
                  <a:pt x="215787" y="318224"/>
                </a:lnTo>
                <a:lnTo>
                  <a:pt x="203375" y="323569"/>
                </a:lnTo>
                <a:lnTo>
                  <a:pt x="191672" y="329968"/>
                </a:lnTo>
                <a:lnTo>
                  <a:pt x="179258" y="335314"/>
                </a:lnTo>
                <a:lnTo>
                  <a:pt x="176757" y="337010"/>
                </a:lnTo>
                <a:lnTo>
                  <a:pt x="173672" y="337567"/>
                </a:lnTo>
                <a:lnTo>
                  <a:pt x="277127" y="267437"/>
                </a:lnTo>
                <a:lnTo>
                  <a:pt x="281288" y="263082"/>
                </a:lnTo>
                <a:lnTo>
                  <a:pt x="282780" y="263604"/>
                </a:lnTo>
                <a:lnTo>
                  <a:pt x="287971" y="266223"/>
                </a:lnTo>
                <a:lnTo>
                  <a:pt x="289173" y="266942"/>
                </a:lnTo>
                <a:lnTo>
                  <a:pt x="300125" y="259518"/>
                </a:lnTo>
                <a:lnTo>
                  <a:pt x="304043" y="258396"/>
                </a:lnTo>
                <a:lnTo>
                  <a:pt x="309181" y="257982"/>
                </a:lnTo>
                <a:lnTo>
                  <a:pt x="314432" y="255956"/>
                </a:lnTo>
                <a:lnTo>
                  <a:pt x="321033" y="251481"/>
                </a:lnTo>
                <a:lnTo>
                  <a:pt x="323448" y="251379"/>
                </a:lnTo>
                <a:lnTo>
                  <a:pt x="325914" y="251242"/>
                </a:lnTo>
                <a:lnTo>
                  <a:pt x="648847" y="32330"/>
                </a:lnTo>
                <a:lnTo>
                  <a:pt x="675957" y="21624"/>
                </a:lnTo>
                <a:lnTo>
                  <a:pt x="686310" y="19209"/>
                </a:lnTo>
                <a:lnTo>
                  <a:pt x="301084" y="280348"/>
                </a:lnTo>
                <a:lnTo>
                  <a:pt x="297980" y="283986"/>
                </a:lnTo>
                <a:close/>
              </a:path>
              <a:path w="802639" h="390525">
                <a:moveTo>
                  <a:pt x="647723" y="33093"/>
                </a:moveTo>
                <a:lnTo>
                  <a:pt x="328776" y="249301"/>
                </a:lnTo>
                <a:lnTo>
                  <a:pt x="328950" y="246115"/>
                </a:lnTo>
                <a:lnTo>
                  <a:pt x="328066" y="243646"/>
                </a:lnTo>
                <a:lnTo>
                  <a:pt x="324784" y="242802"/>
                </a:lnTo>
                <a:lnTo>
                  <a:pt x="621601" y="41594"/>
                </a:lnTo>
                <a:lnTo>
                  <a:pt x="633418" y="38187"/>
                </a:lnTo>
                <a:lnTo>
                  <a:pt x="647723" y="33093"/>
                </a:lnTo>
                <a:close/>
              </a:path>
              <a:path w="802639" h="390525">
                <a:moveTo>
                  <a:pt x="730806" y="82638"/>
                </a:moveTo>
                <a:lnTo>
                  <a:pt x="712465" y="92003"/>
                </a:lnTo>
                <a:lnTo>
                  <a:pt x="697673" y="100495"/>
                </a:lnTo>
                <a:lnTo>
                  <a:pt x="661807" y="120206"/>
                </a:lnTo>
                <a:lnTo>
                  <a:pt x="650667" y="127757"/>
                </a:lnTo>
                <a:lnTo>
                  <a:pt x="644385" y="130482"/>
                </a:lnTo>
                <a:lnTo>
                  <a:pt x="623175" y="143325"/>
                </a:lnTo>
                <a:lnTo>
                  <a:pt x="601273" y="155104"/>
                </a:lnTo>
                <a:lnTo>
                  <a:pt x="585230" y="162911"/>
                </a:lnTo>
                <a:lnTo>
                  <a:pt x="576509" y="165754"/>
                </a:lnTo>
                <a:lnTo>
                  <a:pt x="568494" y="169653"/>
                </a:lnTo>
                <a:lnTo>
                  <a:pt x="555129" y="175644"/>
                </a:lnTo>
                <a:lnTo>
                  <a:pt x="549173" y="179682"/>
                </a:lnTo>
                <a:lnTo>
                  <a:pt x="538539" y="183822"/>
                </a:lnTo>
                <a:lnTo>
                  <a:pt x="528617" y="189013"/>
                </a:lnTo>
                <a:lnTo>
                  <a:pt x="498682" y="203169"/>
                </a:lnTo>
                <a:lnTo>
                  <a:pt x="468352" y="214523"/>
                </a:lnTo>
                <a:lnTo>
                  <a:pt x="440901" y="226994"/>
                </a:lnTo>
                <a:lnTo>
                  <a:pt x="436862" y="228198"/>
                </a:lnTo>
                <a:lnTo>
                  <a:pt x="429016" y="230448"/>
                </a:lnTo>
                <a:lnTo>
                  <a:pt x="427633" y="229851"/>
                </a:lnTo>
                <a:lnTo>
                  <a:pt x="419159" y="235595"/>
                </a:lnTo>
                <a:lnTo>
                  <a:pt x="411539" y="239227"/>
                </a:lnTo>
                <a:lnTo>
                  <a:pt x="395086" y="244243"/>
                </a:lnTo>
                <a:lnTo>
                  <a:pt x="386185" y="248742"/>
                </a:lnTo>
                <a:lnTo>
                  <a:pt x="358062" y="260135"/>
                </a:lnTo>
                <a:lnTo>
                  <a:pt x="324278" y="272297"/>
                </a:lnTo>
                <a:lnTo>
                  <a:pt x="310322" y="277154"/>
                </a:lnTo>
                <a:lnTo>
                  <a:pt x="307624" y="277449"/>
                </a:lnTo>
                <a:lnTo>
                  <a:pt x="301084" y="280348"/>
                </a:lnTo>
                <a:lnTo>
                  <a:pt x="686310" y="19209"/>
                </a:lnTo>
                <a:lnTo>
                  <a:pt x="690757" y="17729"/>
                </a:lnTo>
                <a:lnTo>
                  <a:pt x="697546" y="16195"/>
                </a:lnTo>
                <a:lnTo>
                  <a:pt x="700631" y="15639"/>
                </a:lnTo>
                <a:lnTo>
                  <a:pt x="702288" y="17584"/>
                </a:lnTo>
                <a:lnTo>
                  <a:pt x="704091" y="20965"/>
                </a:lnTo>
                <a:lnTo>
                  <a:pt x="708336" y="19621"/>
                </a:lnTo>
                <a:lnTo>
                  <a:pt x="714300" y="18647"/>
                </a:lnTo>
                <a:lnTo>
                  <a:pt x="728332" y="9135"/>
                </a:lnTo>
                <a:lnTo>
                  <a:pt x="730226" y="9385"/>
                </a:lnTo>
                <a:lnTo>
                  <a:pt x="733131" y="8950"/>
                </a:lnTo>
                <a:lnTo>
                  <a:pt x="736241" y="8376"/>
                </a:lnTo>
                <a:lnTo>
                  <a:pt x="739249" y="7871"/>
                </a:lnTo>
                <a:lnTo>
                  <a:pt x="755670" y="5946"/>
                </a:lnTo>
                <a:lnTo>
                  <a:pt x="757405" y="6304"/>
                </a:lnTo>
                <a:lnTo>
                  <a:pt x="763945" y="4939"/>
                </a:lnTo>
                <a:lnTo>
                  <a:pt x="771472" y="4439"/>
                </a:lnTo>
                <a:lnTo>
                  <a:pt x="778022" y="0"/>
                </a:lnTo>
                <a:lnTo>
                  <a:pt x="785504" y="2599"/>
                </a:lnTo>
                <a:lnTo>
                  <a:pt x="789731" y="4336"/>
                </a:lnTo>
                <a:lnTo>
                  <a:pt x="794628" y="5620"/>
                </a:lnTo>
                <a:lnTo>
                  <a:pt x="749321" y="36332"/>
                </a:lnTo>
                <a:lnTo>
                  <a:pt x="744352" y="42770"/>
                </a:lnTo>
                <a:lnTo>
                  <a:pt x="744935" y="43909"/>
                </a:lnTo>
                <a:lnTo>
                  <a:pt x="745545" y="45030"/>
                </a:lnTo>
                <a:lnTo>
                  <a:pt x="745416" y="45117"/>
                </a:lnTo>
                <a:lnTo>
                  <a:pt x="756898" y="40402"/>
                </a:lnTo>
                <a:lnTo>
                  <a:pt x="759869" y="39922"/>
                </a:lnTo>
                <a:lnTo>
                  <a:pt x="711014" y="73040"/>
                </a:lnTo>
                <a:lnTo>
                  <a:pt x="708478" y="76294"/>
                </a:lnTo>
                <a:lnTo>
                  <a:pt x="705761" y="79670"/>
                </a:lnTo>
                <a:lnTo>
                  <a:pt x="713837" y="81867"/>
                </a:lnTo>
                <a:lnTo>
                  <a:pt x="741519" y="63101"/>
                </a:lnTo>
                <a:lnTo>
                  <a:pt x="744829" y="65460"/>
                </a:lnTo>
                <a:lnTo>
                  <a:pt x="754786" y="58711"/>
                </a:lnTo>
                <a:lnTo>
                  <a:pt x="755908" y="59485"/>
                </a:lnTo>
                <a:lnTo>
                  <a:pt x="759741" y="58421"/>
                </a:lnTo>
                <a:lnTo>
                  <a:pt x="760377" y="59524"/>
                </a:lnTo>
                <a:lnTo>
                  <a:pt x="761014" y="60627"/>
                </a:lnTo>
                <a:lnTo>
                  <a:pt x="733033" y="79594"/>
                </a:lnTo>
                <a:lnTo>
                  <a:pt x="730806" y="82638"/>
                </a:lnTo>
                <a:close/>
              </a:path>
              <a:path w="802639" h="390525">
                <a:moveTo>
                  <a:pt x="728332" y="9135"/>
                </a:moveTo>
                <a:lnTo>
                  <a:pt x="714300" y="18647"/>
                </a:lnTo>
                <a:lnTo>
                  <a:pt x="714876" y="16722"/>
                </a:lnTo>
                <a:lnTo>
                  <a:pt x="716583" y="6359"/>
                </a:lnTo>
                <a:lnTo>
                  <a:pt x="723756" y="9168"/>
                </a:lnTo>
                <a:lnTo>
                  <a:pt x="728332" y="9135"/>
                </a:lnTo>
                <a:close/>
              </a:path>
              <a:path w="802639" h="390525">
                <a:moveTo>
                  <a:pt x="802375" y="11108"/>
                </a:moveTo>
                <a:lnTo>
                  <a:pt x="763257" y="37625"/>
                </a:lnTo>
                <a:lnTo>
                  <a:pt x="756755" y="34362"/>
                </a:lnTo>
                <a:lnTo>
                  <a:pt x="749321" y="36332"/>
                </a:lnTo>
                <a:lnTo>
                  <a:pt x="794956" y="5397"/>
                </a:lnTo>
                <a:lnTo>
                  <a:pt x="797858" y="6499"/>
                </a:lnTo>
                <a:lnTo>
                  <a:pt x="800160" y="8007"/>
                </a:lnTo>
                <a:lnTo>
                  <a:pt x="802375" y="11108"/>
                </a:lnTo>
                <a:close/>
              </a:path>
              <a:path w="802639" h="390525">
                <a:moveTo>
                  <a:pt x="741519" y="63101"/>
                </a:moveTo>
                <a:lnTo>
                  <a:pt x="716647" y="79962"/>
                </a:lnTo>
                <a:lnTo>
                  <a:pt x="715347" y="70103"/>
                </a:lnTo>
                <a:lnTo>
                  <a:pt x="725403" y="63286"/>
                </a:lnTo>
                <a:lnTo>
                  <a:pt x="725162" y="64984"/>
                </a:lnTo>
                <a:lnTo>
                  <a:pt x="723563" y="66068"/>
                </a:lnTo>
                <a:lnTo>
                  <a:pt x="732757" y="65973"/>
                </a:lnTo>
                <a:lnTo>
                  <a:pt x="738922" y="61793"/>
                </a:lnTo>
                <a:lnTo>
                  <a:pt x="741519" y="63101"/>
                </a:lnTo>
                <a:close/>
              </a:path>
              <a:path w="802639" h="390525">
                <a:moveTo>
                  <a:pt x="754786" y="58711"/>
                </a:moveTo>
                <a:lnTo>
                  <a:pt x="748543" y="62943"/>
                </a:lnTo>
                <a:lnTo>
                  <a:pt x="750551" y="56979"/>
                </a:lnTo>
                <a:lnTo>
                  <a:pt x="739093" y="58609"/>
                </a:lnTo>
                <a:lnTo>
                  <a:pt x="732811" y="61333"/>
                </a:lnTo>
                <a:lnTo>
                  <a:pt x="726864" y="63831"/>
                </a:lnTo>
                <a:lnTo>
                  <a:pt x="725403" y="63286"/>
                </a:lnTo>
                <a:lnTo>
                  <a:pt x="791648" y="18380"/>
                </a:lnTo>
                <a:lnTo>
                  <a:pt x="790530" y="20672"/>
                </a:lnTo>
                <a:lnTo>
                  <a:pt x="791132" y="21798"/>
                </a:lnTo>
                <a:lnTo>
                  <a:pt x="769995" y="36127"/>
                </a:lnTo>
                <a:lnTo>
                  <a:pt x="773276" y="36971"/>
                </a:lnTo>
                <a:lnTo>
                  <a:pt x="754788" y="49504"/>
                </a:lnTo>
                <a:lnTo>
                  <a:pt x="754229" y="54486"/>
                </a:lnTo>
                <a:lnTo>
                  <a:pt x="750788" y="56818"/>
                </a:lnTo>
                <a:lnTo>
                  <a:pt x="754786" y="58711"/>
                </a:lnTo>
                <a:close/>
              </a:path>
              <a:path w="802639" h="390525">
                <a:moveTo>
                  <a:pt x="802021" y="14417"/>
                </a:moveTo>
                <a:lnTo>
                  <a:pt x="799030" y="16444"/>
                </a:lnTo>
                <a:lnTo>
                  <a:pt x="791648" y="18380"/>
                </a:lnTo>
                <a:lnTo>
                  <a:pt x="801898" y="11431"/>
                </a:lnTo>
                <a:lnTo>
                  <a:pt x="802134" y="12806"/>
                </a:lnTo>
                <a:lnTo>
                  <a:pt x="802021" y="14417"/>
                </a:lnTo>
                <a:close/>
              </a:path>
              <a:path w="802639" h="390525">
                <a:moveTo>
                  <a:pt x="793588" y="27805"/>
                </a:moveTo>
                <a:lnTo>
                  <a:pt x="778199" y="38237"/>
                </a:lnTo>
                <a:lnTo>
                  <a:pt x="781329" y="34581"/>
                </a:lnTo>
                <a:lnTo>
                  <a:pt x="783343" y="28613"/>
                </a:lnTo>
                <a:lnTo>
                  <a:pt x="779062" y="31515"/>
                </a:lnTo>
                <a:lnTo>
                  <a:pt x="774610" y="32998"/>
                </a:lnTo>
                <a:lnTo>
                  <a:pt x="791132" y="21798"/>
                </a:lnTo>
                <a:lnTo>
                  <a:pt x="793588" y="27805"/>
                </a:lnTo>
                <a:close/>
              </a:path>
              <a:path w="802639" h="390525">
                <a:moveTo>
                  <a:pt x="738922" y="61793"/>
                </a:moveTo>
                <a:lnTo>
                  <a:pt x="732757" y="65973"/>
                </a:lnTo>
                <a:lnTo>
                  <a:pt x="737975" y="60901"/>
                </a:lnTo>
                <a:lnTo>
                  <a:pt x="738922" y="61793"/>
                </a:lnTo>
                <a:close/>
              </a:path>
              <a:path w="802639" h="390525">
                <a:moveTo>
                  <a:pt x="775001" y="57282"/>
                </a:moveTo>
                <a:lnTo>
                  <a:pt x="766440" y="63085"/>
                </a:lnTo>
                <a:lnTo>
                  <a:pt x="767322" y="53282"/>
                </a:lnTo>
                <a:lnTo>
                  <a:pt x="761455" y="51122"/>
                </a:lnTo>
                <a:lnTo>
                  <a:pt x="754788" y="49504"/>
                </a:lnTo>
                <a:lnTo>
                  <a:pt x="773276" y="36971"/>
                </a:lnTo>
                <a:lnTo>
                  <a:pt x="778199" y="38237"/>
                </a:lnTo>
                <a:lnTo>
                  <a:pt x="793588" y="27805"/>
                </a:lnTo>
                <a:lnTo>
                  <a:pt x="794079" y="29006"/>
                </a:lnTo>
                <a:lnTo>
                  <a:pt x="778834" y="39340"/>
                </a:lnTo>
                <a:lnTo>
                  <a:pt x="775421" y="43188"/>
                </a:lnTo>
                <a:lnTo>
                  <a:pt x="772360" y="48332"/>
                </a:lnTo>
                <a:lnTo>
                  <a:pt x="773897" y="48824"/>
                </a:lnTo>
                <a:lnTo>
                  <a:pt x="774791" y="49753"/>
                </a:lnTo>
                <a:lnTo>
                  <a:pt x="775100" y="49543"/>
                </a:lnTo>
                <a:lnTo>
                  <a:pt x="777489" y="49458"/>
                </a:lnTo>
                <a:lnTo>
                  <a:pt x="781579" y="48220"/>
                </a:lnTo>
                <a:lnTo>
                  <a:pt x="780590" y="50425"/>
                </a:lnTo>
                <a:lnTo>
                  <a:pt x="779652" y="52595"/>
                </a:lnTo>
                <a:lnTo>
                  <a:pt x="775001" y="57282"/>
                </a:lnTo>
                <a:close/>
              </a:path>
              <a:path w="802639" h="390525">
                <a:moveTo>
                  <a:pt x="790126" y="36289"/>
                </a:moveTo>
                <a:lnTo>
                  <a:pt x="778834" y="39340"/>
                </a:lnTo>
                <a:lnTo>
                  <a:pt x="794079" y="29006"/>
                </a:lnTo>
                <a:lnTo>
                  <a:pt x="795061" y="31409"/>
                </a:lnTo>
                <a:lnTo>
                  <a:pt x="790126" y="36289"/>
                </a:lnTo>
                <a:close/>
              </a:path>
              <a:path w="802639" h="390525">
                <a:moveTo>
                  <a:pt x="755111" y="72300"/>
                </a:moveTo>
                <a:lnTo>
                  <a:pt x="750678" y="70702"/>
                </a:lnTo>
                <a:lnTo>
                  <a:pt x="739841" y="74979"/>
                </a:lnTo>
                <a:lnTo>
                  <a:pt x="761014" y="60627"/>
                </a:lnTo>
                <a:lnTo>
                  <a:pt x="761595" y="61767"/>
                </a:lnTo>
                <a:lnTo>
                  <a:pt x="760847" y="62274"/>
                </a:lnTo>
                <a:lnTo>
                  <a:pt x="758043" y="67243"/>
                </a:lnTo>
                <a:lnTo>
                  <a:pt x="755111" y="72300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/>
          <a:stretch>
            <a:fillRect/>
          </a:stretch>
        </p:blipFill>
        <p:spPr>
          <a:xfrm>
            <a:off x="5014916" y="3286479"/>
            <a:ext cx="843890" cy="243942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5482361" y="2542310"/>
            <a:ext cx="8350884" cy="3783965"/>
          </a:xfrm>
          <a:custGeom>
            <a:rect l="l" t="t" r="r" b="b"/>
            <a:pathLst>
              <a:path w="8350884" h="3783965">
                <a:moveTo>
                  <a:pt x="460121" y="503936"/>
                </a:moveTo>
                <a:lnTo>
                  <a:pt x="459359" y="501700"/>
                </a:lnTo>
                <a:lnTo>
                  <a:pt x="459219" y="498602"/>
                </a:lnTo>
                <a:lnTo>
                  <a:pt x="456069" y="496455"/>
                </a:lnTo>
                <a:lnTo>
                  <a:pt x="453097" y="497344"/>
                </a:lnTo>
                <a:lnTo>
                  <a:pt x="450735" y="497357"/>
                </a:lnTo>
                <a:lnTo>
                  <a:pt x="450011" y="499503"/>
                </a:lnTo>
                <a:lnTo>
                  <a:pt x="452628" y="501421"/>
                </a:lnTo>
                <a:lnTo>
                  <a:pt x="457911" y="505218"/>
                </a:lnTo>
                <a:lnTo>
                  <a:pt x="460121" y="503936"/>
                </a:lnTo>
                <a:close/>
              </a:path>
              <a:path w="8350884" h="3783965">
                <a:moveTo>
                  <a:pt x="706018" y="615010"/>
                </a:moveTo>
                <a:lnTo>
                  <a:pt x="703110" y="608545"/>
                </a:lnTo>
                <a:lnTo>
                  <a:pt x="701332" y="601929"/>
                </a:lnTo>
                <a:lnTo>
                  <a:pt x="697217" y="597522"/>
                </a:lnTo>
                <a:lnTo>
                  <a:pt x="685063" y="571881"/>
                </a:lnTo>
                <a:lnTo>
                  <a:pt x="683120" y="570458"/>
                </a:lnTo>
                <a:lnTo>
                  <a:pt x="679742" y="567029"/>
                </a:lnTo>
                <a:lnTo>
                  <a:pt x="677329" y="565086"/>
                </a:lnTo>
                <a:lnTo>
                  <a:pt x="675233" y="562825"/>
                </a:lnTo>
                <a:lnTo>
                  <a:pt x="645617" y="534619"/>
                </a:lnTo>
                <a:lnTo>
                  <a:pt x="638835" y="531456"/>
                </a:lnTo>
                <a:lnTo>
                  <a:pt x="629678" y="523113"/>
                </a:lnTo>
                <a:lnTo>
                  <a:pt x="616864" y="511035"/>
                </a:lnTo>
                <a:lnTo>
                  <a:pt x="610362" y="505104"/>
                </a:lnTo>
                <a:lnTo>
                  <a:pt x="605828" y="501065"/>
                </a:lnTo>
                <a:lnTo>
                  <a:pt x="600684" y="497700"/>
                </a:lnTo>
                <a:lnTo>
                  <a:pt x="591959" y="491502"/>
                </a:lnTo>
                <a:lnTo>
                  <a:pt x="587717" y="489407"/>
                </a:lnTo>
                <a:lnTo>
                  <a:pt x="579602" y="482142"/>
                </a:lnTo>
                <a:lnTo>
                  <a:pt x="576249" y="475653"/>
                </a:lnTo>
                <a:lnTo>
                  <a:pt x="565899" y="470776"/>
                </a:lnTo>
                <a:lnTo>
                  <a:pt x="564210" y="466610"/>
                </a:lnTo>
                <a:lnTo>
                  <a:pt x="560793" y="463626"/>
                </a:lnTo>
                <a:lnTo>
                  <a:pt x="553923" y="457885"/>
                </a:lnTo>
                <a:lnTo>
                  <a:pt x="539851" y="446786"/>
                </a:lnTo>
                <a:lnTo>
                  <a:pt x="532904" y="441134"/>
                </a:lnTo>
                <a:lnTo>
                  <a:pt x="528002" y="437007"/>
                </a:lnTo>
                <a:lnTo>
                  <a:pt x="523316" y="432384"/>
                </a:lnTo>
                <a:lnTo>
                  <a:pt x="516394" y="423341"/>
                </a:lnTo>
                <a:lnTo>
                  <a:pt x="514832" y="418185"/>
                </a:lnTo>
                <a:lnTo>
                  <a:pt x="507631" y="418172"/>
                </a:lnTo>
                <a:lnTo>
                  <a:pt x="506653" y="417233"/>
                </a:lnTo>
                <a:lnTo>
                  <a:pt x="505802" y="416598"/>
                </a:lnTo>
                <a:lnTo>
                  <a:pt x="498017" y="409536"/>
                </a:lnTo>
                <a:lnTo>
                  <a:pt x="490982" y="401701"/>
                </a:lnTo>
                <a:lnTo>
                  <a:pt x="483717" y="394106"/>
                </a:lnTo>
                <a:lnTo>
                  <a:pt x="475272" y="387769"/>
                </a:lnTo>
                <a:lnTo>
                  <a:pt x="474764" y="387464"/>
                </a:lnTo>
                <a:lnTo>
                  <a:pt x="474510" y="386702"/>
                </a:lnTo>
                <a:lnTo>
                  <a:pt x="470509" y="383019"/>
                </a:lnTo>
                <a:lnTo>
                  <a:pt x="467067" y="379704"/>
                </a:lnTo>
                <a:lnTo>
                  <a:pt x="458355" y="372465"/>
                </a:lnTo>
                <a:lnTo>
                  <a:pt x="451688" y="369468"/>
                </a:lnTo>
                <a:lnTo>
                  <a:pt x="448310" y="364261"/>
                </a:lnTo>
                <a:lnTo>
                  <a:pt x="441452" y="357251"/>
                </a:lnTo>
                <a:lnTo>
                  <a:pt x="433222" y="351637"/>
                </a:lnTo>
                <a:lnTo>
                  <a:pt x="425818" y="345300"/>
                </a:lnTo>
                <a:lnTo>
                  <a:pt x="421436" y="336118"/>
                </a:lnTo>
                <a:lnTo>
                  <a:pt x="421373" y="335788"/>
                </a:lnTo>
                <a:lnTo>
                  <a:pt x="420801" y="335559"/>
                </a:lnTo>
                <a:lnTo>
                  <a:pt x="391248" y="311569"/>
                </a:lnTo>
                <a:lnTo>
                  <a:pt x="389585" y="309499"/>
                </a:lnTo>
                <a:lnTo>
                  <a:pt x="383133" y="303364"/>
                </a:lnTo>
                <a:lnTo>
                  <a:pt x="378802" y="298704"/>
                </a:lnTo>
                <a:lnTo>
                  <a:pt x="368350" y="290664"/>
                </a:lnTo>
                <a:lnTo>
                  <a:pt x="360629" y="288442"/>
                </a:lnTo>
                <a:lnTo>
                  <a:pt x="356793" y="283210"/>
                </a:lnTo>
                <a:lnTo>
                  <a:pt x="331597" y="258483"/>
                </a:lnTo>
                <a:lnTo>
                  <a:pt x="326440" y="253987"/>
                </a:lnTo>
                <a:lnTo>
                  <a:pt x="296418" y="222643"/>
                </a:lnTo>
                <a:lnTo>
                  <a:pt x="290893" y="216458"/>
                </a:lnTo>
                <a:lnTo>
                  <a:pt x="284848" y="210947"/>
                </a:lnTo>
                <a:lnTo>
                  <a:pt x="279476" y="206438"/>
                </a:lnTo>
                <a:lnTo>
                  <a:pt x="274599" y="201663"/>
                </a:lnTo>
                <a:lnTo>
                  <a:pt x="270179" y="196519"/>
                </a:lnTo>
                <a:lnTo>
                  <a:pt x="266179" y="190893"/>
                </a:lnTo>
                <a:lnTo>
                  <a:pt x="264477" y="188290"/>
                </a:lnTo>
                <a:lnTo>
                  <a:pt x="261188" y="186715"/>
                </a:lnTo>
                <a:lnTo>
                  <a:pt x="259981" y="185762"/>
                </a:lnTo>
                <a:lnTo>
                  <a:pt x="256108" y="181165"/>
                </a:lnTo>
                <a:lnTo>
                  <a:pt x="253911" y="176517"/>
                </a:lnTo>
                <a:lnTo>
                  <a:pt x="243840" y="171488"/>
                </a:lnTo>
                <a:lnTo>
                  <a:pt x="241160" y="166268"/>
                </a:lnTo>
                <a:lnTo>
                  <a:pt x="237832" y="157911"/>
                </a:lnTo>
                <a:lnTo>
                  <a:pt x="235762" y="155968"/>
                </a:lnTo>
                <a:lnTo>
                  <a:pt x="229654" y="150622"/>
                </a:lnTo>
                <a:lnTo>
                  <a:pt x="224726" y="147637"/>
                </a:lnTo>
                <a:lnTo>
                  <a:pt x="220980" y="143548"/>
                </a:lnTo>
                <a:lnTo>
                  <a:pt x="216573" y="138430"/>
                </a:lnTo>
                <a:lnTo>
                  <a:pt x="208127" y="127812"/>
                </a:lnTo>
                <a:lnTo>
                  <a:pt x="203758" y="122643"/>
                </a:lnTo>
                <a:lnTo>
                  <a:pt x="198640" y="117119"/>
                </a:lnTo>
                <a:lnTo>
                  <a:pt x="193395" y="111734"/>
                </a:lnTo>
                <a:lnTo>
                  <a:pt x="178828" y="97307"/>
                </a:lnTo>
                <a:lnTo>
                  <a:pt x="174599" y="93853"/>
                </a:lnTo>
                <a:lnTo>
                  <a:pt x="167030" y="87007"/>
                </a:lnTo>
                <a:lnTo>
                  <a:pt x="138798" y="60604"/>
                </a:lnTo>
                <a:lnTo>
                  <a:pt x="128104" y="51917"/>
                </a:lnTo>
                <a:lnTo>
                  <a:pt x="122859" y="47447"/>
                </a:lnTo>
                <a:lnTo>
                  <a:pt x="116192" y="41338"/>
                </a:lnTo>
                <a:lnTo>
                  <a:pt x="102997" y="28981"/>
                </a:lnTo>
                <a:lnTo>
                  <a:pt x="96215" y="23012"/>
                </a:lnTo>
                <a:lnTo>
                  <a:pt x="90792" y="18453"/>
                </a:lnTo>
                <a:lnTo>
                  <a:pt x="83794" y="15735"/>
                </a:lnTo>
                <a:lnTo>
                  <a:pt x="72872" y="6057"/>
                </a:lnTo>
                <a:lnTo>
                  <a:pt x="63779" y="7975"/>
                </a:lnTo>
                <a:lnTo>
                  <a:pt x="59232" y="101"/>
                </a:lnTo>
                <a:lnTo>
                  <a:pt x="57391" y="0"/>
                </a:lnTo>
                <a:lnTo>
                  <a:pt x="50495" y="1765"/>
                </a:lnTo>
                <a:lnTo>
                  <a:pt x="44653" y="3467"/>
                </a:lnTo>
                <a:lnTo>
                  <a:pt x="38798" y="5105"/>
                </a:lnTo>
                <a:lnTo>
                  <a:pt x="39243" y="7035"/>
                </a:lnTo>
                <a:lnTo>
                  <a:pt x="33820" y="4813"/>
                </a:lnTo>
                <a:lnTo>
                  <a:pt x="33477" y="11201"/>
                </a:lnTo>
                <a:lnTo>
                  <a:pt x="32778" y="17538"/>
                </a:lnTo>
                <a:lnTo>
                  <a:pt x="50088" y="21424"/>
                </a:lnTo>
                <a:lnTo>
                  <a:pt x="52120" y="23812"/>
                </a:lnTo>
                <a:lnTo>
                  <a:pt x="50203" y="33362"/>
                </a:lnTo>
                <a:lnTo>
                  <a:pt x="46990" y="32219"/>
                </a:lnTo>
                <a:lnTo>
                  <a:pt x="43713" y="30010"/>
                </a:lnTo>
                <a:lnTo>
                  <a:pt x="34823" y="30378"/>
                </a:lnTo>
                <a:lnTo>
                  <a:pt x="29171" y="31877"/>
                </a:lnTo>
                <a:lnTo>
                  <a:pt x="22148" y="33629"/>
                </a:lnTo>
                <a:lnTo>
                  <a:pt x="20574" y="35344"/>
                </a:lnTo>
                <a:lnTo>
                  <a:pt x="17868" y="41681"/>
                </a:lnTo>
                <a:lnTo>
                  <a:pt x="19164" y="48818"/>
                </a:lnTo>
                <a:lnTo>
                  <a:pt x="10337" y="49276"/>
                </a:lnTo>
                <a:lnTo>
                  <a:pt x="9207" y="51841"/>
                </a:lnTo>
                <a:lnTo>
                  <a:pt x="14541" y="58991"/>
                </a:lnTo>
                <a:lnTo>
                  <a:pt x="7937" y="59410"/>
                </a:lnTo>
                <a:lnTo>
                  <a:pt x="3251" y="62369"/>
                </a:lnTo>
                <a:lnTo>
                  <a:pt x="1562" y="62826"/>
                </a:lnTo>
                <a:lnTo>
                  <a:pt x="0" y="63474"/>
                </a:lnTo>
                <a:lnTo>
                  <a:pt x="584" y="64541"/>
                </a:lnTo>
                <a:lnTo>
                  <a:pt x="10299" y="65328"/>
                </a:lnTo>
                <a:lnTo>
                  <a:pt x="5905" y="72453"/>
                </a:lnTo>
                <a:lnTo>
                  <a:pt x="10680" y="75844"/>
                </a:lnTo>
                <a:lnTo>
                  <a:pt x="18427" y="83426"/>
                </a:lnTo>
                <a:lnTo>
                  <a:pt x="22694" y="87122"/>
                </a:lnTo>
                <a:lnTo>
                  <a:pt x="29413" y="93357"/>
                </a:lnTo>
                <a:lnTo>
                  <a:pt x="32524" y="98107"/>
                </a:lnTo>
                <a:lnTo>
                  <a:pt x="40754" y="96253"/>
                </a:lnTo>
                <a:lnTo>
                  <a:pt x="41833" y="100787"/>
                </a:lnTo>
                <a:lnTo>
                  <a:pt x="48044" y="108394"/>
                </a:lnTo>
                <a:lnTo>
                  <a:pt x="51346" y="113271"/>
                </a:lnTo>
                <a:lnTo>
                  <a:pt x="61988" y="121373"/>
                </a:lnTo>
                <a:lnTo>
                  <a:pt x="68618" y="125425"/>
                </a:lnTo>
                <a:lnTo>
                  <a:pt x="73279" y="133934"/>
                </a:lnTo>
                <a:lnTo>
                  <a:pt x="75412" y="134962"/>
                </a:lnTo>
                <a:lnTo>
                  <a:pt x="77050" y="135216"/>
                </a:lnTo>
                <a:lnTo>
                  <a:pt x="83540" y="137782"/>
                </a:lnTo>
                <a:lnTo>
                  <a:pt x="88239" y="142341"/>
                </a:lnTo>
                <a:lnTo>
                  <a:pt x="92100" y="147751"/>
                </a:lnTo>
                <a:lnTo>
                  <a:pt x="96075" y="152882"/>
                </a:lnTo>
                <a:lnTo>
                  <a:pt x="101231" y="158381"/>
                </a:lnTo>
                <a:lnTo>
                  <a:pt x="104495" y="166027"/>
                </a:lnTo>
                <a:lnTo>
                  <a:pt x="114782" y="172377"/>
                </a:lnTo>
                <a:lnTo>
                  <a:pt x="117246" y="174510"/>
                </a:lnTo>
                <a:lnTo>
                  <a:pt x="117005" y="180390"/>
                </a:lnTo>
                <a:lnTo>
                  <a:pt x="118491" y="182283"/>
                </a:lnTo>
                <a:lnTo>
                  <a:pt x="125958" y="187528"/>
                </a:lnTo>
                <a:lnTo>
                  <a:pt x="132308" y="191579"/>
                </a:lnTo>
                <a:lnTo>
                  <a:pt x="138645" y="195757"/>
                </a:lnTo>
                <a:lnTo>
                  <a:pt x="133883" y="199732"/>
                </a:lnTo>
                <a:lnTo>
                  <a:pt x="137617" y="200736"/>
                </a:lnTo>
                <a:lnTo>
                  <a:pt x="140335" y="202018"/>
                </a:lnTo>
                <a:lnTo>
                  <a:pt x="147243" y="202120"/>
                </a:lnTo>
                <a:lnTo>
                  <a:pt x="148501" y="203073"/>
                </a:lnTo>
                <a:lnTo>
                  <a:pt x="145707" y="208622"/>
                </a:lnTo>
                <a:lnTo>
                  <a:pt x="146075" y="210769"/>
                </a:lnTo>
                <a:lnTo>
                  <a:pt x="149059" y="209956"/>
                </a:lnTo>
                <a:lnTo>
                  <a:pt x="152565" y="207962"/>
                </a:lnTo>
                <a:lnTo>
                  <a:pt x="163817" y="217081"/>
                </a:lnTo>
                <a:lnTo>
                  <a:pt x="166928" y="222377"/>
                </a:lnTo>
                <a:lnTo>
                  <a:pt x="170319" y="225958"/>
                </a:lnTo>
                <a:lnTo>
                  <a:pt x="174193" y="229476"/>
                </a:lnTo>
                <a:lnTo>
                  <a:pt x="175907" y="233730"/>
                </a:lnTo>
                <a:lnTo>
                  <a:pt x="172808" y="239547"/>
                </a:lnTo>
                <a:lnTo>
                  <a:pt x="184454" y="244589"/>
                </a:lnTo>
                <a:lnTo>
                  <a:pt x="193560" y="251472"/>
                </a:lnTo>
                <a:lnTo>
                  <a:pt x="199707" y="260426"/>
                </a:lnTo>
                <a:lnTo>
                  <a:pt x="202476" y="271716"/>
                </a:lnTo>
                <a:lnTo>
                  <a:pt x="207124" y="274396"/>
                </a:lnTo>
                <a:lnTo>
                  <a:pt x="211175" y="276161"/>
                </a:lnTo>
                <a:lnTo>
                  <a:pt x="219862" y="282917"/>
                </a:lnTo>
                <a:lnTo>
                  <a:pt x="224599" y="287807"/>
                </a:lnTo>
                <a:lnTo>
                  <a:pt x="229806" y="292100"/>
                </a:lnTo>
                <a:lnTo>
                  <a:pt x="252691" y="323138"/>
                </a:lnTo>
                <a:lnTo>
                  <a:pt x="254825" y="325615"/>
                </a:lnTo>
                <a:lnTo>
                  <a:pt x="259194" y="322237"/>
                </a:lnTo>
                <a:lnTo>
                  <a:pt x="264020" y="326301"/>
                </a:lnTo>
                <a:lnTo>
                  <a:pt x="267728" y="330377"/>
                </a:lnTo>
                <a:lnTo>
                  <a:pt x="264134" y="337019"/>
                </a:lnTo>
                <a:lnTo>
                  <a:pt x="273735" y="335407"/>
                </a:lnTo>
                <a:lnTo>
                  <a:pt x="276009" y="336169"/>
                </a:lnTo>
                <a:lnTo>
                  <a:pt x="284683" y="347065"/>
                </a:lnTo>
                <a:lnTo>
                  <a:pt x="292722" y="357314"/>
                </a:lnTo>
                <a:lnTo>
                  <a:pt x="290220" y="363448"/>
                </a:lnTo>
                <a:lnTo>
                  <a:pt x="291122" y="366839"/>
                </a:lnTo>
                <a:lnTo>
                  <a:pt x="295490" y="370611"/>
                </a:lnTo>
                <a:lnTo>
                  <a:pt x="302006" y="376351"/>
                </a:lnTo>
                <a:lnTo>
                  <a:pt x="314934" y="387934"/>
                </a:lnTo>
                <a:lnTo>
                  <a:pt x="323557" y="395351"/>
                </a:lnTo>
                <a:lnTo>
                  <a:pt x="328968" y="396798"/>
                </a:lnTo>
                <a:lnTo>
                  <a:pt x="331609" y="391807"/>
                </a:lnTo>
                <a:lnTo>
                  <a:pt x="335254" y="395516"/>
                </a:lnTo>
                <a:lnTo>
                  <a:pt x="338810" y="394652"/>
                </a:lnTo>
                <a:lnTo>
                  <a:pt x="340017" y="396494"/>
                </a:lnTo>
                <a:lnTo>
                  <a:pt x="340995" y="397421"/>
                </a:lnTo>
                <a:lnTo>
                  <a:pt x="339877" y="398284"/>
                </a:lnTo>
                <a:lnTo>
                  <a:pt x="338836" y="399745"/>
                </a:lnTo>
                <a:lnTo>
                  <a:pt x="335622" y="400113"/>
                </a:lnTo>
                <a:lnTo>
                  <a:pt x="333502" y="399491"/>
                </a:lnTo>
                <a:lnTo>
                  <a:pt x="331025" y="399173"/>
                </a:lnTo>
                <a:lnTo>
                  <a:pt x="333794" y="404787"/>
                </a:lnTo>
                <a:lnTo>
                  <a:pt x="342341" y="409575"/>
                </a:lnTo>
                <a:lnTo>
                  <a:pt x="353047" y="406666"/>
                </a:lnTo>
                <a:lnTo>
                  <a:pt x="358698" y="409498"/>
                </a:lnTo>
                <a:lnTo>
                  <a:pt x="362750" y="417817"/>
                </a:lnTo>
                <a:lnTo>
                  <a:pt x="364718" y="419722"/>
                </a:lnTo>
                <a:lnTo>
                  <a:pt x="366039" y="421500"/>
                </a:lnTo>
                <a:lnTo>
                  <a:pt x="366344" y="424268"/>
                </a:lnTo>
                <a:lnTo>
                  <a:pt x="365556" y="428383"/>
                </a:lnTo>
                <a:lnTo>
                  <a:pt x="370789" y="432777"/>
                </a:lnTo>
                <a:lnTo>
                  <a:pt x="375678" y="434428"/>
                </a:lnTo>
                <a:lnTo>
                  <a:pt x="381952" y="438035"/>
                </a:lnTo>
                <a:lnTo>
                  <a:pt x="384162" y="439407"/>
                </a:lnTo>
                <a:lnTo>
                  <a:pt x="389801" y="447776"/>
                </a:lnTo>
                <a:lnTo>
                  <a:pt x="396341" y="449770"/>
                </a:lnTo>
                <a:lnTo>
                  <a:pt x="407060" y="452297"/>
                </a:lnTo>
                <a:lnTo>
                  <a:pt x="410476" y="454685"/>
                </a:lnTo>
                <a:lnTo>
                  <a:pt x="414121" y="458012"/>
                </a:lnTo>
                <a:lnTo>
                  <a:pt x="412521" y="461352"/>
                </a:lnTo>
                <a:lnTo>
                  <a:pt x="412369" y="465188"/>
                </a:lnTo>
                <a:lnTo>
                  <a:pt x="412788" y="466852"/>
                </a:lnTo>
                <a:lnTo>
                  <a:pt x="413397" y="468706"/>
                </a:lnTo>
                <a:lnTo>
                  <a:pt x="415480" y="468833"/>
                </a:lnTo>
                <a:lnTo>
                  <a:pt x="416242" y="467182"/>
                </a:lnTo>
                <a:lnTo>
                  <a:pt x="417080" y="463423"/>
                </a:lnTo>
                <a:lnTo>
                  <a:pt x="417207" y="461784"/>
                </a:lnTo>
                <a:lnTo>
                  <a:pt x="422135" y="463384"/>
                </a:lnTo>
                <a:lnTo>
                  <a:pt x="430758" y="472503"/>
                </a:lnTo>
                <a:lnTo>
                  <a:pt x="428675" y="482536"/>
                </a:lnTo>
                <a:lnTo>
                  <a:pt x="433197" y="484251"/>
                </a:lnTo>
                <a:lnTo>
                  <a:pt x="437146" y="487083"/>
                </a:lnTo>
                <a:lnTo>
                  <a:pt x="441515" y="480872"/>
                </a:lnTo>
                <a:lnTo>
                  <a:pt x="452831" y="489394"/>
                </a:lnTo>
                <a:lnTo>
                  <a:pt x="483616" y="516280"/>
                </a:lnTo>
                <a:lnTo>
                  <a:pt x="483450" y="516343"/>
                </a:lnTo>
                <a:lnTo>
                  <a:pt x="483260" y="516356"/>
                </a:lnTo>
                <a:lnTo>
                  <a:pt x="475145" y="519430"/>
                </a:lnTo>
                <a:lnTo>
                  <a:pt x="477113" y="521512"/>
                </a:lnTo>
                <a:lnTo>
                  <a:pt x="479120" y="523582"/>
                </a:lnTo>
                <a:lnTo>
                  <a:pt x="481914" y="526542"/>
                </a:lnTo>
                <a:lnTo>
                  <a:pt x="483425" y="516496"/>
                </a:lnTo>
                <a:lnTo>
                  <a:pt x="484568" y="517283"/>
                </a:lnTo>
                <a:lnTo>
                  <a:pt x="486016" y="518147"/>
                </a:lnTo>
                <a:lnTo>
                  <a:pt x="491337" y="522897"/>
                </a:lnTo>
                <a:lnTo>
                  <a:pt x="494830" y="527532"/>
                </a:lnTo>
                <a:lnTo>
                  <a:pt x="507949" y="535012"/>
                </a:lnTo>
                <a:lnTo>
                  <a:pt x="508215" y="534644"/>
                </a:lnTo>
                <a:lnTo>
                  <a:pt x="503301" y="542594"/>
                </a:lnTo>
                <a:lnTo>
                  <a:pt x="505358" y="544626"/>
                </a:lnTo>
                <a:lnTo>
                  <a:pt x="507060" y="547357"/>
                </a:lnTo>
                <a:lnTo>
                  <a:pt x="512838" y="549948"/>
                </a:lnTo>
                <a:lnTo>
                  <a:pt x="515289" y="555104"/>
                </a:lnTo>
                <a:lnTo>
                  <a:pt x="522097" y="550494"/>
                </a:lnTo>
                <a:lnTo>
                  <a:pt x="524598" y="550519"/>
                </a:lnTo>
                <a:lnTo>
                  <a:pt x="526732" y="550011"/>
                </a:lnTo>
                <a:lnTo>
                  <a:pt x="526694" y="552005"/>
                </a:lnTo>
                <a:lnTo>
                  <a:pt x="526440" y="554012"/>
                </a:lnTo>
                <a:lnTo>
                  <a:pt x="526872" y="558317"/>
                </a:lnTo>
                <a:lnTo>
                  <a:pt x="552805" y="579755"/>
                </a:lnTo>
                <a:lnTo>
                  <a:pt x="564642" y="586828"/>
                </a:lnTo>
                <a:lnTo>
                  <a:pt x="570966" y="590778"/>
                </a:lnTo>
                <a:lnTo>
                  <a:pt x="577469" y="594436"/>
                </a:lnTo>
                <a:lnTo>
                  <a:pt x="590207" y="601713"/>
                </a:lnTo>
                <a:lnTo>
                  <a:pt x="623519" y="614438"/>
                </a:lnTo>
                <a:lnTo>
                  <a:pt x="631558" y="616699"/>
                </a:lnTo>
                <a:lnTo>
                  <a:pt x="632574" y="617753"/>
                </a:lnTo>
                <a:lnTo>
                  <a:pt x="635050" y="618693"/>
                </a:lnTo>
                <a:lnTo>
                  <a:pt x="636422" y="619048"/>
                </a:lnTo>
                <a:lnTo>
                  <a:pt x="641807" y="619658"/>
                </a:lnTo>
                <a:lnTo>
                  <a:pt x="646214" y="618998"/>
                </a:lnTo>
                <a:lnTo>
                  <a:pt x="655218" y="622909"/>
                </a:lnTo>
                <a:lnTo>
                  <a:pt x="659079" y="621487"/>
                </a:lnTo>
                <a:lnTo>
                  <a:pt x="664184" y="611746"/>
                </a:lnTo>
                <a:lnTo>
                  <a:pt x="666419" y="606996"/>
                </a:lnTo>
                <a:lnTo>
                  <a:pt x="674204" y="607212"/>
                </a:lnTo>
                <a:lnTo>
                  <a:pt x="675081" y="604621"/>
                </a:lnTo>
                <a:lnTo>
                  <a:pt x="676414" y="602475"/>
                </a:lnTo>
                <a:lnTo>
                  <a:pt x="678942" y="604647"/>
                </a:lnTo>
                <a:lnTo>
                  <a:pt x="681177" y="606666"/>
                </a:lnTo>
                <a:lnTo>
                  <a:pt x="685012" y="609777"/>
                </a:lnTo>
                <a:lnTo>
                  <a:pt x="686739" y="611822"/>
                </a:lnTo>
                <a:lnTo>
                  <a:pt x="692746" y="611466"/>
                </a:lnTo>
                <a:lnTo>
                  <a:pt x="695667" y="612952"/>
                </a:lnTo>
                <a:lnTo>
                  <a:pt x="699020" y="617791"/>
                </a:lnTo>
                <a:lnTo>
                  <a:pt x="702170" y="617613"/>
                </a:lnTo>
                <a:lnTo>
                  <a:pt x="704799" y="617372"/>
                </a:lnTo>
                <a:lnTo>
                  <a:pt x="706018" y="615010"/>
                </a:lnTo>
                <a:close/>
              </a:path>
              <a:path w="8350884" h="3783965">
                <a:moveTo>
                  <a:pt x="8309915" y="3482556"/>
                </a:moveTo>
                <a:lnTo>
                  <a:pt x="8304441" y="3482987"/>
                </a:lnTo>
                <a:lnTo>
                  <a:pt x="8296897" y="3481717"/>
                </a:lnTo>
                <a:lnTo>
                  <a:pt x="8291474" y="3479101"/>
                </a:lnTo>
                <a:lnTo>
                  <a:pt x="8292516" y="3475469"/>
                </a:lnTo>
                <a:lnTo>
                  <a:pt x="8293684" y="3473234"/>
                </a:lnTo>
                <a:lnTo>
                  <a:pt x="8295056" y="3467887"/>
                </a:lnTo>
                <a:lnTo>
                  <a:pt x="8295208" y="3464788"/>
                </a:lnTo>
                <a:lnTo>
                  <a:pt x="8295526" y="3461601"/>
                </a:lnTo>
                <a:lnTo>
                  <a:pt x="8296669" y="3454895"/>
                </a:lnTo>
                <a:lnTo>
                  <a:pt x="8295081" y="3452888"/>
                </a:lnTo>
                <a:lnTo>
                  <a:pt x="8288795" y="3453828"/>
                </a:lnTo>
                <a:lnTo>
                  <a:pt x="8283397" y="3455708"/>
                </a:lnTo>
                <a:lnTo>
                  <a:pt x="8281822" y="3452190"/>
                </a:lnTo>
                <a:lnTo>
                  <a:pt x="8281175" y="3448113"/>
                </a:lnTo>
                <a:lnTo>
                  <a:pt x="8286547" y="3444748"/>
                </a:lnTo>
                <a:lnTo>
                  <a:pt x="8298193" y="3440468"/>
                </a:lnTo>
                <a:lnTo>
                  <a:pt x="8300491" y="3439033"/>
                </a:lnTo>
                <a:lnTo>
                  <a:pt x="8303107" y="3434397"/>
                </a:lnTo>
                <a:lnTo>
                  <a:pt x="8304720" y="3430397"/>
                </a:lnTo>
                <a:lnTo>
                  <a:pt x="8307083" y="3427425"/>
                </a:lnTo>
                <a:lnTo>
                  <a:pt x="8308784" y="3424859"/>
                </a:lnTo>
                <a:lnTo>
                  <a:pt x="8309051" y="3421697"/>
                </a:lnTo>
                <a:lnTo>
                  <a:pt x="8304987" y="3421240"/>
                </a:lnTo>
                <a:lnTo>
                  <a:pt x="8300682" y="3420935"/>
                </a:lnTo>
                <a:lnTo>
                  <a:pt x="8295932" y="3420910"/>
                </a:lnTo>
                <a:lnTo>
                  <a:pt x="8291766" y="3422015"/>
                </a:lnTo>
                <a:lnTo>
                  <a:pt x="8285340" y="3424542"/>
                </a:lnTo>
                <a:lnTo>
                  <a:pt x="8279854" y="3429457"/>
                </a:lnTo>
                <a:lnTo>
                  <a:pt x="8279511" y="3429597"/>
                </a:lnTo>
                <a:lnTo>
                  <a:pt x="8279511" y="3452139"/>
                </a:lnTo>
                <a:lnTo>
                  <a:pt x="8271904" y="3456889"/>
                </a:lnTo>
                <a:lnTo>
                  <a:pt x="8267751" y="3457994"/>
                </a:lnTo>
                <a:lnTo>
                  <a:pt x="8266951" y="3458489"/>
                </a:lnTo>
                <a:lnTo>
                  <a:pt x="8265261" y="3456546"/>
                </a:lnTo>
                <a:lnTo>
                  <a:pt x="8264068" y="3455797"/>
                </a:lnTo>
                <a:lnTo>
                  <a:pt x="8264461" y="3454057"/>
                </a:lnTo>
                <a:lnTo>
                  <a:pt x="8271713" y="3449523"/>
                </a:lnTo>
                <a:lnTo>
                  <a:pt x="8276006" y="3448342"/>
                </a:lnTo>
                <a:lnTo>
                  <a:pt x="8277758" y="3450247"/>
                </a:lnTo>
                <a:lnTo>
                  <a:pt x="8279511" y="3452139"/>
                </a:lnTo>
                <a:lnTo>
                  <a:pt x="8279511" y="3429597"/>
                </a:lnTo>
                <a:lnTo>
                  <a:pt x="8273504" y="3431933"/>
                </a:lnTo>
                <a:lnTo>
                  <a:pt x="8267039" y="3432975"/>
                </a:lnTo>
                <a:lnTo>
                  <a:pt x="8255432" y="3437242"/>
                </a:lnTo>
                <a:lnTo>
                  <a:pt x="8250580" y="3441763"/>
                </a:lnTo>
                <a:lnTo>
                  <a:pt x="8250110" y="3442055"/>
                </a:lnTo>
                <a:lnTo>
                  <a:pt x="8243900" y="3442944"/>
                </a:lnTo>
                <a:lnTo>
                  <a:pt x="8238426" y="3444875"/>
                </a:lnTo>
                <a:lnTo>
                  <a:pt x="8232140" y="3445802"/>
                </a:lnTo>
                <a:lnTo>
                  <a:pt x="8224875" y="3448837"/>
                </a:lnTo>
                <a:lnTo>
                  <a:pt x="8204238" y="3457244"/>
                </a:lnTo>
                <a:lnTo>
                  <a:pt x="8198358" y="3459416"/>
                </a:lnTo>
                <a:lnTo>
                  <a:pt x="8188896" y="3463836"/>
                </a:lnTo>
                <a:lnTo>
                  <a:pt x="8185226" y="3466134"/>
                </a:lnTo>
                <a:lnTo>
                  <a:pt x="8180933" y="3467316"/>
                </a:lnTo>
                <a:lnTo>
                  <a:pt x="8178393" y="3468903"/>
                </a:lnTo>
                <a:lnTo>
                  <a:pt x="8177657" y="3469017"/>
                </a:lnTo>
                <a:lnTo>
                  <a:pt x="8177657" y="3533749"/>
                </a:lnTo>
                <a:lnTo>
                  <a:pt x="8174025" y="3534524"/>
                </a:lnTo>
                <a:lnTo>
                  <a:pt x="8171104" y="3536353"/>
                </a:lnTo>
                <a:lnTo>
                  <a:pt x="8166328" y="3537839"/>
                </a:lnTo>
                <a:lnTo>
                  <a:pt x="8167764" y="3527958"/>
                </a:lnTo>
                <a:lnTo>
                  <a:pt x="8172285" y="3529622"/>
                </a:lnTo>
                <a:lnTo>
                  <a:pt x="8176869" y="3531247"/>
                </a:lnTo>
                <a:lnTo>
                  <a:pt x="8177657" y="3533749"/>
                </a:lnTo>
                <a:lnTo>
                  <a:pt x="8177657" y="3469017"/>
                </a:lnTo>
                <a:lnTo>
                  <a:pt x="8175282" y="3469348"/>
                </a:lnTo>
                <a:lnTo>
                  <a:pt x="8172729" y="3470948"/>
                </a:lnTo>
                <a:lnTo>
                  <a:pt x="8160118" y="3475825"/>
                </a:lnTo>
                <a:lnTo>
                  <a:pt x="8148193" y="3481781"/>
                </a:lnTo>
                <a:lnTo>
                  <a:pt x="8145666" y="3482771"/>
                </a:lnTo>
                <a:lnTo>
                  <a:pt x="8145666" y="3513315"/>
                </a:lnTo>
                <a:lnTo>
                  <a:pt x="8144738" y="3515398"/>
                </a:lnTo>
                <a:lnTo>
                  <a:pt x="8144472" y="3515563"/>
                </a:lnTo>
                <a:lnTo>
                  <a:pt x="8140903" y="3514788"/>
                </a:lnTo>
                <a:lnTo>
                  <a:pt x="8134604" y="3513328"/>
                </a:lnTo>
                <a:lnTo>
                  <a:pt x="8134604" y="3517227"/>
                </a:lnTo>
                <a:lnTo>
                  <a:pt x="8128267" y="3521189"/>
                </a:lnTo>
                <a:lnTo>
                  <a:pt x="8128267" y="3549650"/>
                </a:lnTo>
                <a:lnTo>
                  <a:pt x="8124749" y="3554831"/>
                </a:lnTo>
                <a:lnTo>
                  <a:pt x="8123402" y="3558679"/>
                </a:lnTo>
                <a:lnTo>
                  <a:pt x="8119377" y="3559695"/>
                </a:lnTo>
                <a:lnTo>
                  <a:pt x="8112963" y="3554717"/>
                </a:lnTo>
                <a:lnTo>
                  <a:pt x="8119123" y="3552367"/>
                </a:lnTo>
                <a:lnTo>
                  <a:pt x="8122552" y="3551720"/>
                </a:lnTo>
                <a:lnTo>
                  <a:pt x="8128267" y="3549650"/>
                </a:lnTo>
                <a:lnTo>
                  <a:pt x="8128267" y="3521189"/>
                </a:lnTo>
                <a:lnTo>
                  <a:pt x="8125523" y="3522903"/>
                </a:lnTo>
                <a:lnTo>
                  <a:pt x="8121040" y="3524212"/>
                </a:lnTo>
                <a:lnTo>
                  <a:pt x="8119478" y="3525177"/>
                </a:lnTo>
                <a:lnTo>
                  <a:pt x="8115630" y="3524593"/>
                </a:lnTo>
                <a:lnTo>
                  <a:pt x="8114195" y="3522497"/>
                </a:lnTo>
                <a:lnTo>
                  <a:pt x="8114627" y="3519233"/>
                </a:lnTo>
                <a:lnTo>
                  <a:pt x="8114258" y="3516465"/>
                </a:lnTo>
                <a:lnTo>
                  <a:pt x="8115478" y="3517201"/>
                </a:lnTo>
                <a:lnTo>
                  <a:pt x="8116671" y="3516452"/>
                </a:lnTo>
                <a:lnTo>
                  <a:pt x="8117827" y="3517227"/>
                </a:lnTo>
                <a:lnTo>
                  <a:pt x="8117954" y="3517150"/>
                </a:lnTo>
                <a:lnTo>
                  <a:pt x="8121028" y="3519728"/>
                </a:lnTo>
                <a:lnTo>
                  <a:pt x="8122475" y="3517328"/>
                </a:lnTo>
                <a:lnTo>
                  <a:pt x="8123644" y="3513594"/>
                </a:lnTo>
                <a:lnTo>
                  <a:pt x="8124634" y="3512972"/>
                </a:lnTo>
                <a:lnTo>
                  <a:pt x="8128038" y="3513848"/>
                </a:lnTo>
                <a:lnTo>
                  <a:pt x="8129219" y="3514610"/>
                </a:lnTo>
                <a:lnTo>
                  <a:pt x="8130629" y="3515220"/>
                </a:lnTo>
                <a:lnTo>
                  <a:pt x="8134604" y="3517227"/>
                </a:lnTo>
                <a:lnTo>
                  <a:pt x="8134604" y="3513328"/>
                </a:lnTo>
                <a:lnTo>
                  <a:pt x="8133931" y="3513163"/>
                </a:lnTo>
                <a:lnTo>
                  <a:pt x="8135086" y="3510940"/>
                </a:lnTo>
                <a:lnTo>
                  <a:pt x="8138744" y="3511651"/>
                </a:lnTo>
                <a:lnTo>
                  <a:pt x="8141919" y="3512655"/>
                </a:lnTo>
                <a:lnTo>
                  <a:pt x="8145196" y="3513607"/>
                </a:lnTo>
                <a:lnTo>
                  <a:pt x="8145666" y="3513315"/>
                </a:lnTo>
                <a:lnTo>
                  <a:pt x="8145666" y="3482771"/>
                </a:lnTo>
                <a:lnTo>
                  <a:pt x="8135582" y="3486670"/>
                </a:lnTo>
                <a:lnTo>
                  <a:pt x="8123669" y="3492614"/>
                </a:lnTo>
                <a:lnTo>
                  <a:pt x="8113242" y="3496678"/>
                </a:lnTo>
                <a:lnTo>
                  <a:pt x="8113242" y="3530574"/>
                </a:lnTo>
                <a:lnTo>
                  <a:pt x="8113103" y="3530663"/>
                </a:lnTo>
                <a:lnTo>
                  <a:pt x="8104086" y="3531070"/>
                </a:lnTo>
                <a:lnTo>
                  <a:pt x="8104086" y="3563264"/>
                </a:lnTo>
                <a:lnTo>
                  <a:pt x="8099476" y="3567646"/>
                </a:lnTo>
                <a:lnTo>
                  <a:pt x="8095297" y="3567252"/>
                </a:lnTo>
                <a:lnTo>
                  <a:pt x="8090573" y="3561219"/>
                </a:lnTo>
                <a:lnTo>
                  <a:pt x="8092224" y="3561689"/>
                </a:lnTo>
                <a:lnTo>
                  <a:pt x="8095170" y="3561346"/>
                </a:lnTo>
                <a:lnTo>
                  <a:pt x="8100200" y="3562693"/>
                </a:lnTo>
                <a:lnTo>
                  <a:pt x="8104086" y="3563264"/>
                </a:lnTo>
                <a:lnTo>
                  <a:pt x="8104086" y="3531070"/>
                </a:lnTo>
                <a:lnTo>
                  <a:pt x="8102803" y="3531120"/>
                </a:lnTo>
                <a:lnTo>
                  <a:pt x="8101800" y="3531743"/>
                </a:lnTo>
                <a:lnTo>
                  <a:pt x="8078305" y="3541928"/>
                </a:lnTo>
                <a:lnTo>
                  <a:pt x="8075041" y="3542830"/>
                </a:lnTo>
                <a:lnTo>
                  <a:pt x="8075041" y="3573919"/>
                </a:lnTo>
                <a:lnTo>
                  <a:pt x="8073822" y="3574681"/>
                </a:lnTo>
                <a:lnTo>
                  <a:pt x="8073250" y="3576536"/>
                </a:lnTo>
                <a:lnTo>
                  <a:pt x="8071764" y="3575964"/>
                </a:lnTo>
                <a:lnTo>
                  <a:pt x="8068843" y="3576294"/>
                </a:lnTo>
                <a:lnTo>
                  <a:pt x="8066087" y="3576523"/>
                </a:lnTo>
                <a:lnTo>
                  <a:pt x="8062874" y="3577031"/>
                </a:lnTo>
                <a:lnTo>
                  <a:pt x="8063522" y="3572129"/>
                </a:lnTo>
                <a:lnTo>
                  <a:pt x="8070405" y="3569335"/>
                </a:lnTo>
                <a:lnTo>
                  <a:pt x="8073530" y="3571875"/>
                </a:lnTo>
                <a:lnTo>
                  <a:pt x="8074546" y="3572726"/>
                </a:lnTo>
                <a:lnTo>
                  <a:pt x="8075041" y="3573919"/>
                </a:lnTo>
                <a:lnTo>
                  <a:pt x="8075041" y="3542830"/>
                </a:lnTo>
                <a:lnTo>
                  <a:pt x="8069821" y="3544239"/>
                </a:lnTo>
                <a:lnTo>
                  <a:pt x="8062290" y="3548938"/>
                </a:lnTo>
                <a:lnTo>
                  <a:pt x="8053133" y="3542969"/>
                </a:lnTo>
                <a:lnTo>
                  <a:pt x="8053133" y="3553168"/>
                </a:lnTo>
                <a:lnTo>
                  <a:pt x="8047164" y="3553891"/>
                </a:lnTo>
                <a:lnTo>
                  <a:pt x="8042846" y="3555098"/>
                </a:lnTo>
                <a:lnTo>
                  <a:pt x="8034185" y="3551529"/>
                </a:lnTo>
                <a:lnTo>
                  <a:pt x="8033601" y="3547402"/>
                </a:lnTo>
                <a:lnTo>
                  <a:pt x="8034693" y="3545217"/>
                </a:lnTo>
                <a:lnTo>
                  <a:pt x="8040014" y="3543389"/>
                </a:lnTo>
                <a:lnTo>
                  <a:pt x="8045170" y="3543173"/>
                </a:lnTo>
                <a:lnTo>
                  <a:pt x="8049120" y="3542195"/>
                </a:lnTo>
                <a:lnTo>
                  <a:pt x="8051076" y="3542461"/>
                </a:lnTo>
                <a:lnTo>
                  <a:pt x="8050568" y="3544290"/>
                </a:lnTo>
                <a:lnTo>
                  <a:pt x="8050555" y="3545789"/>
                </a:lnTo>
                <a:lnTo>
                  <a:pt x="8050860" y="3547097"/>
                </a:lnTo>
                <a:lnTo>
                  <a:pt x="8051089" y="3549954"/>
                </a:lnTo>
                <a:lnTo>
                  <a:pt x="8053133" y="3553168"/>
                </a:lnTo>
                <a:lnTo>
                  <a:pt x="8053133" y="3542969"/>
                </a:lnTo>
                <a:lnTo>
                  <a:pt x="8051736" y="3542055"/>
                </a:lnTo>
                <a:lnTo>
                  <a:pt x="8052968" y="3539794"/>
                </a:lnTo>
                <a:lnTo>
                  <a:pt x="8060347" y="3535184"/>
                </a:lnTo>
                <a:lnTo>
                  <a:pt x="8061515" y="3535946"/>
                </a:lnTo>
                <a:lnTo>
                  <a:pt x="8066608" y="3538753"/>
                </a:lnTo>
                <a:lnTo>
                  <a:pt x="8068081" y="3539337"/>
                </a:lnTo>
                <a:lnTo>
                  <a:pt x="8072399" y="3535134"/>
                </a:lnTo>
                <a:lnTo>
                  <a:pt x="8078610" y="3531260"/>
                </a:lnTo>
                <a:lnTo>
                  <a:pt x="8095361" y="3523780"/>
                </a:lnTo>
                <a:lnTo>
                  <a:pt x="8105026" y="3520744"/>
                </a:lnTo>
                <a:lnTo>
                  <a:pt x="8107705" y="3520567"/>
                </a:lnTo>
                <a:lnTo>
                  <a:pt x="8110004" y="3519132"/>
                </a:lnTo>
                <a:lnTo>
                  <a:pt x="8113242" y="3530574"/>
                </a:lnTo>
                <a:lnTo>
                  <a:pt x="8113242" y="3496678"/>
                </a:lnTo>
                <a:lnTo>
                  <a:pt x="8098231" y="3502520"/>
                </a:lnTo>
                <a:lnTo>
                  <a:pt x="8083575" y="3508692"/>
                </a:lnTo>
                <a:lnTo>
                  <a:pt x="8070101" y="3514115"/>
                </a:lnTo>
                <a:lnTo>
                  <a:pt x="8062722" y="3514229"/>
                </a:lnTo>
                <a:lnTo>
                  <a:pt x="8052181" y="3517823"/>
                </a:lnTo>
                <a:lnTo>
                  <a:pt x="8048942" y="3521341"/>
                </a:lnTo>
                <a:lnTo>
                  <a:pt x="8042300" y="3523996"/>
                </a:lnTo>
                <a:lnTo>
                  <a:pt x="8039582" y="3524186"/>
                </a:lnTo>
                <a:lnTo>
                  <a:pt x="8028089" y="3527729"/>
                </a:lnTo>
                <a:lnTo>
                  <a:pt x="8028089" y="3552342"/>
                </a:lnTo>
                <a:lnTo>
                  <a:pt x="8027505" y="3552710"/>
                </a:lnTo>
                <a:lnTo>
                  <a:pt x="8026908" y="3554577"/>
                </a:lnTo>
                <a:lnTo>
                  <a:pt x="8026108" y="3556571"/>
                </a:lnTo>
                <a:lnTo>
                  <a:pt x="8023860" y="3557981"/>
                </a:lnTo>
                <a:lnTo>
                  <a:pt x="8020609" y="3557016"/>
                </a:lnTo>
                <a:lnTo>
                  <a:pt x="8019821" y="3554514"/>
                </a:lnTo>
                <a:lnTo>
                  <a:pt x="8020101" y="3551351"/>
                </a:lnTo>
                <a:lnTo>
                  <a:pt x="8023047" y="3549510"/>
                </a:lnTo>
                <a:lnTo>
                  <a:pt x="8025511" y="3549459"/>
                </a:lnTo>
                <a:lnTo>
                  <a:pt x="8027924" y="3549446"/>
                </a:lnTo>
                <a:lnTo>
                  <a:pt x="8028000" y="3550907"/>
                </a:lnTo>
                <a:lnTo>
                  <a:pt x="8028089" y="3552342"/>
                </a:lnTo>
                <a:lnTo>
                  <a:pt x="8028089" y="3527729"/>
                </a:lnTo>
                <a:lnTo>
                  <a:pt x="8025460" y="3528530"/>
                </a:lnTo>
                <a:lnTo>
                  <a:pt x="7991246" y="3539426"/>
                </a:lnTo>
                <a:lnTo>
                  <a:pt x="7962722" y="3549764"/>
                </a:lnTo>
                <a:lnTo>
                  <a:pt x="7953654" y="3553930"/>
                </a:lnTo>
                <a:lnTo>
                  <a:pt x="7937030" y="3558324"/>
                </a:lnTo>
                <a:lnTo>
                  <a:pt x="7929283" y="3561677"/>
                </a:lnTo>
                <a:lnTo>
                  <a:pt x="7920596" y="3567099"/>
                </a:lnTo>
                <a:lnTo>
                  <a:pt x="7919237" y="3566452"/>
                </a:lnTo>
                <a:lnTo>
                  <a:pt x="7911312" y="3568408"/>
                </a:lnTo>
                <a:lnTo>
                  <a:pt x="7907236" y="3569462"/>
                </a:lnTo>
                <a:lnTo>
                  <a:pt x="7879334" y="3580904"/>
                </a:lnTo>
                <a:lnTo>
                  <a:pt x="7848613" y="3591115"/>
                </a:lnTo>
                <a:lnTo>
                  <a:pt x="7818171" y="3604145"/>
                </a:lnTo>
                <a:lnTo>
                  <a:pt x="7808061" y="3608971"/>
                </a:lnTo>
                <a:lnTo>
                  <a:pt x="7797279" y="3612705"/>
                </a:lnTo>
                <a:lnTo>
                  <a:pt x="7791170" y="3616528"/>
                </a:lnTo>
                <a:lnTo>
                  <a:pt x="7777594" y="3622014"/>
                </a:lnTo>
                <a:lnTo>
                  <a:pt x="7769441" y="3625608"/>
                </a:lnTo>
                <a:lnTo>
                  <a:pt x="7760627" y="3628123"/>
                </a:lnTo>
                <a:lnTo>
                  <a:pt x="7744295" y="3635337"/>
                </a:lnTo>
                <a:lnTo>
                  <a:pt x="7721968" y="3646284"/>
                </a:lnTo>
                <a:lnTo>
                  <a:pt x="7700302" y="3658336"/>
                </a:lnTo>
                <a:lnTo>
                  <a:pt x="7693927" y="3660825"/>
                </a:lnTo>
                <a:lnTo>
                  <a:pt x="7682509" y="3667950"/>
                </a:lnTo>
                <a:lnTo>
                  <a:pt x="7645933" y="3686314"/>
                </a:lnTo>
                <a:lnTo>
                  <a:pt x="7637081" y="3690975"/>
                </a:lnTo>
                <a:lnTo>
                  <a:pt x="7637081" y="3706825"/>
                </a:lnTo>
                <a:lnTo>
                  <a:pt x="7634237" y="3710101"/>
                </a:lnTo>
                <a:lnTo>
                  <a:pt x="7631582" y="3713251"/>
                </a:lnTo>
                <a:lnTo>
                  <a:pt x="7627137" y="3716032"/>
                </a:lnTo>
                <a:lnTo>
                  <a:pt x="7626210" y="3706139"/>
                </a:lnTo>
                <a:lnTo>
                  <a:pt x="7629093" y="3704336"/>
                </a:lnTo>
                <a:lnTo>
                  <a:pt x="7637081" y="3706825"/>
                </a:lnTo>
                <a:lnTo>
                  <a:pt x="7637081" y="3690975"/>
                </a:lnTo>
                <a:lnTo>
                  <a:pt x="7630833" y="3694252"/>
                </a:lnTo>
                <a:lnTo>
                  <a:pt x="7618781" y="3699853"/>
                </a:lnTo>
                <a:lnTo>
                  <a:pt x="7618781" y="3719753"/>
                </a:lnTo>
                <a:lnTo>
                  <a:pt x="7617142" y="3720782"/>
                </a:lnTo>
                <a:lnTo>
                  <a:pt x="7616838" y="3722471"/>
                </a:lnTo>
                <a:lnTo>
                  <a:pt x="7615402" y="3721874"/>
                </a:lnTo>
                <a:lnTo>
                  <a:pt x="7609357" y="3724148"/>
                </a:lnTo>
                <a:lnTo>
                  <a:pt x="7602982" y="3726637"/>
                </a:lnTo>
                <a:lnTo>
                  <a:pt x="7597140" y="3727246"/>
                </a:lnTo>
                <a:lnTo>
                  <a:pt x="7597140" y="3742271"/>
                </a:lnTo>
                <a:lnTo>
                  <a:pt x="7591933" y="3748519"/>
                </a:lnTo>
                <a:lnTo>
                  <a:pt x="7584427" y="3750208"/>
                </a:lnTo>
                <a:lnTo>
                  <a:pt x="7578052" y="3746716"/>
                </a:lnTo>
                <a:lnTo>
                  <a:pt x="7581532" y="3744531"/>
                </a:lnTo>
                <a:lnTo>
                  <a:pt x="7584516" y="3744163"/>
                </a:lnTo>
                <a:lnTo>
                  <a:pt x="7596162" y="3739883"/>
                </a:lnTo>
                <a:lnTo>
                  <a:pt x="7596035" y="3739959"/>
                </a:lnTo>
                <a:lnTo>
                  <a:pt x="7596594" y="3741102"/>
                </a:lnTo>
                <a:lnTo>
                  <a:pt x="7597140" y="3742271"/>
                </a:lnTo>
                <a:lnTo>
                  <a:pt x="7597140" y="3727246"/>
                </a:lnTo>
                <a:lnTo>
                  <a:pt x="7591476" y="3727831"/>
                </a:lnTo>
                <a:lnTo>
                  <a:pt x="7593685" y="3721963"/>
                </a:lnTo>
                <a:lnTo>
                  <a:pt x="7597508" y="3719576"/>
                </a:lnTo>
                <a:lnTo>
                  <a:pt x="7600721" y="3722052"/>
                </a:lnTo>
                <a:lnTo>
                  <a:pt x="7603274" y="3723462"/>
                </a:lnTo>
                <a:lnTo>
                  <a:pt x="7604188" y="3724389"/>
                </a:lnTo>
                <a:lnTo>
                  <a:pt x="7609586" y="3719512"/>
                </a:lnTo>
                <a:lnTo>
                  <a:pt x="7618781" y="3719753"/>
                </a:lnTo>
                <a:lnTo>
                  <a:pt x="7618781" y="3699853"/>
                </a:lnTo>
                <a:lnTo>
                  <a:pt x="7612164" y="3702926"/>
                </a:lnTo>
                <a:lnTo>
                  <a:pt x="7609814" y="3705885"/>
                </a:lnTo>
                <a:lnTo>
                  <a:pt x="7602842" y="3710241"/>
                </a:lnTo>
                <a:lnTo>
                  <a:pt x="7591857" y="3714115"/>
                </a:lnTo>
                <a:lnTo>
                  <a:pt x="7587488" y="3712362"/>
                </a:lnTo>
                <a:lnTo>
                  <a:pt x="7584364" y="3717302"/>
                </a:lnTo>
                <a:lnTo>
                  <a:pt x="7581379" y="3722166"/>
                </a:lnTo>
                <a:lnTo>
                  <a:pt x="7580617" y="3722636"/>
                </a:lnTo>
                <a:lnTo>
                  <a:pt x="7581151" y="3723805"/>
                </a:lnTo>
                <a:lnTo>
                  <a:pt x="7581747" y="3724922"/>
                </a:lnTo>
                <a:lnTo>
                  <a:pt x="7582344" y="3726053"/>
                </a:lnTo>
                <a:lnTo>
                  <a:pt x="7586218" y="3725138"/>
                </a:lnTo>
                <a:lnTo>
                  <a:pt x="7587310" y="3725951"/>
                </a:lnTo>
                <a:lnTo>
                  <a:pt x="7591234" y="3727983"/>
                </a:lnTo>
                <a:lnTo>
                  <a:pt x="7587704" y="3730193"/>
                </a:lnTo>
                <a:lnTo>
                  <a:pt x="7586967" y="3735146"/>
                </a:lnTo>
                <a:lnTo>
                  <a:pt x="7580363" y="3733279"/>
                </a:lnTo>
                <a:lnTo>
                  <a:pt x="7574572" y="3730904"/>
                </a:lnTo>
                <a:lnTo>
                  <a:pt x="7575817" y="3721138"/>
                </a:lnTo>
                <a:lnTo>
                  <a:pt x="7571270" y="3723995"/>
                </a:lnTo>
                <a:lnTo>
                  <a:pt x="7571270" y="3747947"/>
                </a:lnTo>
                <a:lnTo>
                  <a:pt x="7566533" y="3750907"/>
                </a:lnTo>
                <a:lnTo>
                  <a:pt x="7562037" y="3752227"/>
                </a:lnTo>
                <a:lnTo>
                  <a:pt x="7557643" y="3754958"/>
                </a:lnTo>
                <a:lnTo>
                  <a:pt x="7559878" y="3749078"/>
                </a:lnTo>
                <a:lnTo>
                  <a:pt x="7563142" y="3745534"/>
                </a:lnTo>
                <a:lnTo>
                  <a:pt x="7568019" y="3746982"/>
                </a:lnTo>
                <a:lnTo>
                  <a:pt x="7571270" y="3747947"/>
                </a:lnTo>
                <a:lnTo>
                  <a:pt x="7571270" y="3723995"/>
                </a:lnTo>
                <a:lnTo>
                  <a:pt x="7567054" y="3726624"/>
                </a:lnTo>
                <a:lnTo>
                  <a:pt x="7562228" y="3731133"/>
                </a:lnTo>
                <a:lnTo>
                  <a:pt x="7561212" y="3733266"/>
                </a:lnTo>
                <a:lnTo>
                  <a:pt x="7560145" y="3735438"/>
                </a:lnTo>
                <a:lnTo>
                  <a:pt x="7564272" y="3734346"/>
                </a:lnTo>
                <a:lnTo>
                  <a:pt x="7566660" y="3734358"/>
                </a:lnTo>
                <a:lnTo>
                  <a:pt x="7566977" y="3734155"/>
                </a:lnTo>
                <a:lnTo>
                  <a:pt x="7567841" y="3735120"/>
                </a:lnTo>
                <a:lnTo>
                  <a:pt x="7569352" y="3735667"/>
                </a:lnTo>
                <a:lnTo>
                  <a:pt x="7566101" y="3740696"/>
                </a:lnTo>
                <a:lnTo>
                  <a:pt x="7562558" y="3744404"/>
                </a:lnTo>
                <a:lnTo>
                  <a:pt x="7551153" y="3747033"/>
                </a:lnTo>
                <a:lnTo>
                  <a:pt x="7546048" y="3751732"/>
                </a:lnTo>
                <a:lnTo>
                  <a:pt x="7546937" y="3754170"/>
                </a:lnTo>
                <a:lnTo>
                  <a:pt x="7547381" y="3755390"/>
                </a:lnTo>
                <a:lnTo>
                  <a:pt x="7549616" y="3761486"/>
                </a:lnTo>
                <a:lnTo>
                  <a:pt x="7550175" y="3762629"/>
                </a:lnTo>
                <a:lnTo>
                  <a:pt x="7548969" y="3764877"/>
                </a:lnTo>
                <a:lnTo>
                  <a:pt x="7541514" y="3766540"/>
                </a:lnTo>
                <a:lnTo>
                  <a:pt x="7538453" y="3768458"/>
                </a:lnTo>
                <a:lnTo>
                  <a:pt x="7538288" y="3770058"/>
                </a:lnTo>
                <a:lnTo>
                  <a:pt x="7538466" y="3771442"/>
                </a:lnTo>
                <a:lnTo>
                  <a:pt x="7537983" y="3771747"/>
                </a:lnTo>
                <a:lnTo>
                  <a:pt x="7540079" y="3774922"/>
                </a:lnTo>
                <a:lnTo>
                  <a:pt x="7542327" y="3776522"/>
                </a:lnTo>
                <a:lnTo>
                  <a:pt x="7545184" y="3777729"/>
                </a:lnTo>
                <a:lnTo>
                  <a:pt x="7545514" y="3777526"/>
                </a:lnTo>
                <a:lnTo>
                  <a:pt x="7550366" y="3778986"/>
                </a:lnTo>
                <a:lnTo>
                  <a:pt x="7554519" y="3780879"/>
                </a:lnTo>
                <a:lnTo>
                  <a:pt x="7561897" y="3783749"/>
                </a:lnTo>
                <a:lnTo>
                  <a:pt x="7568616" y="3779558"/>
                </a:lnTo>
                <a:lnTo>
                  <a:pt x="7576147" y="3779342"/>
                </a:lnTo>
                <a:lnTo>
                  <a:pt x="7582738" y="3778224"/>
                </a:lnTo>
                <a:lnTo>
                  <a:pt x="7584465" y="3778643"/>
                </a:lnTo>
                <a:lnTo>
                  <a:pt x="7600937" y="3777335"/>
                </a:lnTo>
                <a:lnTo>
                  <a:pt x="7603960" y="3776942"/>
                </a:lnTo>
                <a:lnTo>
                  <a:pt x="7607097" y="3776484"/>
                </a:lnTo>
                <a:lnTo>
                  <a:pt x="7610018" y="3776154"/>
                </a:lnTo>
                <a:lnTo>
                  <a:pt x="7611897" y="3776472"/>
                </a:lnTo>
                <a:lnTo>
                  <a:pt x="7616469" y="3776611"/>
                </a:lnTo>
                <a:lnTo>
                  <a:pt x="7623530" y="3779685"/>
                </a:lnTo>
                <a:lnTo>
                  <a:pt x="7625626" y="3769398"/>
                </a:lnTo>
                <a:lnTo>
                  <a:pt x="7626274" y="3767493"/>
                </a:lnTo>
                <a:lnTo>
                  <a:pt x="7632268" y="3766743"/>
                </a:lnTo>
                <a:lnTo>
                  <a:pt x="7636561" y="3765550"/>
                </a:lnTo>
                <a:lnTo>
                  <a:pt x="7638237" y="3769004"/>
                </a:lnTo>
                <a:lnTo>
                  <a:pt x="7639825" y="3771011"/>
                </a:lnTo>
                <a:lnTo>
                  <a:pt x="7642923" y="3770566"/>
                </a:lnTo>
                <a:lnTo>
                  <a:pt x="7649769" y="3769283"/>
                </a:lnTo>
                <a:lnTo>
                  <a:pt x="7654264" y="3767975"/>
                </a:lnTo>
                <a:lnTo>
                  <a:pt x="7664704" y="3765943"/>
                </a:lnTo>
                <a:lnTo>
                  <a:pt x="7692187" y="3756253"/>
                </a:lnTo>
                <a:lnTo>
                  <a:pt x="7693342" y="3755529"/>
                </a:lnTo>
                <a:lnTo>
                  <a:pt x="7707820" y="3750970"/>
                </a:lnTo>
                <a:lnTo>
                  <a:pt x="7719758" y="3748011"/>
                </a:lnTo>
                <a:lnTo>
                  <a:pt x="7731938" y="3744887"/>
                </a:lnTo>
                <a:lnTo>
                  <a:pt x="7755052" y="3736429"/>
                </a:lnTo>
                <a:lnTo>
                  <a:pt x="7764729" y="3733393"/>
                </a:lnTo>
                <a:lnTo>
                  <a:pt x="7766405" y="3732352"/>
                </a:lnTo>
                <a:lnTo>
                  <a:pt x="7774356" y="3730371"/>
                </a:lnTo>
                <a:lnTo>
                  <a:pt x="7793393" y="3725951"/>
                </a:lnTo>
                <a:lnTo>
                  <a:pt x="7797711" y="3724757"/>
                </a:lnTo>
                <a:lnTo>
                  <a:pt x="7800213" y="3721697"/>
                </a:lnTo>
                <a:lnTo>
                  <a:pt x="7801953" y="3720604"/>
                </a:lnTo>
                <a:lnTo>
                  <a:pt x="7808849" y="3719296"/>
                </a:lnTo>
                <a:lnTo>
                  <a:pt x="7811884" y="3718890"/>
                </a:lnTo>
                <a:lnTo>
                  <a:pt x="7815516" y="3718128"/>
                </a:lnTo>
                <a:lnTo>
                  <a:pt x="7822070" y="3717023"/>
                </a:lnTo>
                <a:lnTo>
                  <a:pt x="7822819" y="3716553"/>
                </a:lnTo>
                <a:lnTo>
                  <a:pt x="7835874" y="3714394"/>
                </a:lnTo>
                <a:lnTo>
                  <a:pt x="7842186" y="3710444"/>
                </a:lnTo>
                <a:lnTo>
                  <a:pt x="7856842" y="3707269"/>
                </a:lnTo>
                <a:lnTo>
                  <a:pt x="7867053" y="3705390"/>
                </a:lnTo>
                <a:lnTo>
                  <a:pt x="7871447" y="3704145"/>
                </a:lnTo>
                <a:lnTo>
                  <a:pt x="7878102" y="3701478"/>
                </a:lnTo>
                <a:lnTo>
                  <a:pt x="7887348" y="3700195"/>
                </a:lnTo>
                <a:lnTo>
                  <a:pt x="7892847" y="3698252"/>
                </a:lnTo>
                <a:lnTo>
                  <a:pt x="7903477" y="3696106"/>
                </a:lnTo>
                <a:lnTo>
                  <a:pt x="7929918" y="3688562"/>
                </a:lnTo>
                <a:lnTo>
                  <a:pt x="7935760" y="3686416"/>
                </a:lnTo>
                <a:lnTo>
                  <a:pt x="7970101" y="3678428"/>
                </a:lnTo>
                <a:lnTo>
                  <a:pt x="7988287" y="3673056"/>
                </a:lnTo>
                <a:lnTo>
                  <a:pt x="7995869" y="3671316"/>
                </a:lnTo>
                <a:lnTo>
                  <a:pt x="8003210" y="3669728"/>
                </a:lnTo>
                <a:lnTo>
                  <a:pt x="8016316" y="3666020"/>
                </a:lnTo>
                <a:lnTo>
                  <a:pt x="8309915" y="3482556"/>
                </a:lnTo>
                <a:close/>
              </a:path>
              <a:path w="8350884" h="3783965">
                <a:moveTo>
                  <a:pt x="8350415" y="3488702"/>
                </a:moveTo>
                <a:lnTo>
                  <a:pt x="8348586" y="3483851"/>
                </a:lnTo>
                <a:lnTo>
                  <a:pt x="8340903" y="3482657"/>
                </a:lnTo>
                <a:lnTo>
                  <a:pt x="8334438" y="3482213"/>
                </a:lnTo>
                <a:lnTo>
                  <a:pt x="8327098" y="3480816"/>
                </a:lnTo>
                <a:lnTo>
                  <a:pt x="8314207" y="3481374"/>
                </a:lnTo>
                <a:lnTo>
                  <a:pt x="8312645" y="3482352"/>
                </a:lnTo>
                <a:lnTo>
                  <a:pt x="8313001" y="3480625"/>
                </a:lnTo>
                <a:lnTo>
                  <a:pt x="8309915" y="3482556"/>
                </a:lnTo>
                <a:lnTo>
                  <a:pt x="8312632" y="3482365"/>
                </a:lnTo>
                <a:lnTo>
                  <a:pt x="8217357" y="3541903"/>
                </a:lnTo>
                <a:lnTo>
                  <a:pt x="8217357" y="3583825"/>
                </a:lnTo>
                <a:lnTo>
                  <a:pt x="8216570" y="3584321"/>
                </a:lnTo>
                <a:lnTo>
                  <a:pt x="8213255" y="3587889"/>
                </a:lnTo>
                <a:lnTo>
                  <a:pt x="8211198" y="3586175"/>
                </a:lnTo>
                <a:lnTo>
                  <a:pt x="8209115" y="3584486"/>
                </a:lnTo>
                <a:lnTo>
                  <a:pt x="8207045" y="3582784"/>
                </a:lnTo>
                <a:lnTo>
                  <a:pt x="8207515" y="3580993"/>
                </a:lnTo>
                <a:lnTo>
                  <a:pt x="8208670" y="3580269"/>
                </a:lnTo>
                <a:lnTo>
                  <a:pt x="8209140" y="3578479"/>
                </a:lnTo>
                <a:lnTo>
                  <a:pt x="8211642" y="3579914"/>
                </a:lnTo>
                <a:lnTo>
                  <a:pt x="8213915" y="3581489"/>
                </a:lnTo>
                <a:lnTo>
                  <a:pt x="8214855" y="3582390"/>
                </a:lnTo>
                <a:lnTo>
                  <a:pt x="8217357" y="3583825"/>
                </a:lnTo>
                <a:lnTo>
                  <a:pt x="8217357" y="3541903"/>
                </a:lnTo>
                <a:lnTo>
                  <a:pt x="8020672" y="3664801"/>
                </a:lnTo>
                <a:lnTo>
                  <a:pt x="8030057" y="3663429"/>
                </a:lnTo>
                <a:lnTo>
                  <a:pt x="8040852" y="3661181"/>
                </a:lnTo>
                <a:lnTo>
                  <a:pt x="8043862" y="3659301"/>
                </a:lnTo>
                <a:lnTo>
                  <a:pt x="8055762" y="3656355"/>
                </a:lnTo>
                <a:lnTo>
                  <a:pt x="8057528" y="3655250"/>
                </a:lnTo>
                <a:lnTo>
                  <a:pt x="8059814" y="3655314"/>
                </a:lnTo>
                <a:lnTo>
                  <a:pt x="8111439" y="3639528"/>
                </a:lnTo>
                <a:lnTo>
                  <a:pt x="8114436" y="3637661"/>
                </a:lnTo>
                <a:lnTo>
                  <a:pt x="8120761" y="3636695"/>
                </a:lnTo>
                <a:lnTo>
                  <a:pt x="8125053" y="3635514"/>
                </a:lnTo>
                <a:lnTo>
                  <a:pt x="8128762" y="3633203"/>
                </a:lnTo>
                <a:lnTo>
                  <a:pt x="8141843" y="3628021"/>
                </a:lnTo>
                <a:lnTo>
                  <a:pt x="8151254" y="3625138"/>
                </a:lnTo>
                <a:lnTo>
                  <a:pt x="8157299" y="3622852"/>
                </a:lnTo>
                <a:lnTo>
                  <a:pt x="8159991" y="3621176"/>
                </a:lnTo>
                <a:lnTo>
                  <a:pt x="8169376" y="3618306"/>
                </a:lnTo>
                <a:lnTo>
                  <a:pt x="8175460" y="3615994"/>
                </a:lnTo>
                <a:lnTo>
                  <a:pt x="8186433" y="3609136"/>
                </a:lnTo>
                <a:lnTo>
                  <a:pt x="8193075" y="3607981"/>
                </a:lnTo>
                <a:lnTo>
                  <a:pt x="8194065" y="3607371"/>
                </a:lnTo>
                <a:lnTo>
                  <a:pt x="8196212" y="3607524"/>
                </a:lnTo>
                <a:lnTo>
                  <a:pt x="8199641" y="3605377"/>
                </a:lnTo>
                <a:lnTo>
                  <a:pt x="8207134" y="3599205"/>
                </a:lnTo>
                <a:lnTo>
                  <a:pt x="8212722" y="3597211"/>
                </a:lnTo>
                <a:lnTo>
                  <a:pt x="8219618" y="3595890"/>
                </a:lnTo>
                <a:lnTo>
                  <a:pt x="8220799" y="3595154"/>
                </a:lnTo>
                <a:lnTo>
                  <a:pt x="8222628" y="3591014"/>
                </a:lnTo>
                <a:lnTo>
                  <a:pt x="8223605" y="3587407"/>
                </a:lnTo>
                <a:lnTo>
                  <a:pt x="8225282" y="3584867"/>
                </a:lnTo>
                <a:lnTo>
                  <a:pt x="8226044" y="3585895"/>
                </a:lnTo>
                <a:lnTo>
                  <a:pt x="8226793" y="3586924"/>
                </a:lnTo>
                <a:lnTo>
                  <a:pt x="8229740" y="3586581"/>
                </a:lnTo>
                <a:lnTo>
                  <a:pt x="8233270" y="3587356"/>
                </a:lnTo>
                <a:lnTo>
                  <a:pt x="8236331" y="3586950"/>
                </a:lnTo>
                <a:lnTo>
                  <a:pt x="8255851" y="3574745"/>
                </a:lnTo>
                <a:lnTo>
                  <a:pt x="8252180" y="3562070"/>
                </a:lnTo>
                <a:lnTo>
                  <a:pt x="8254835" y="3561905"/>
                </a:lnTo>
                <a:lnTo>
                  <a:pt x="8256752" y="3562210"/>
                </a:lnTo>
                <a:lnTo>
                  <a:pt x="8259191" y="3562172"/>
                </a:lnTo>
                <a:lnTo>
                  <a:pt x="8254886" y="3567861"/>
                </a:lnTo>
                <a:lnTo>
                  <a:pt x="8257349" y="3570808"/>
                </a:lnTo>
                <a:lnTo>
                  <a:pt x="8262379" y="3570668"/>
                </a:lnTo>
                <a:lnTo>
                  <a:pt x="8265490" y="3571722"/>
                </a:lnTo>
                <a:lnTo>
                  <a:pt x="8268335" y="3571443"/>
                </a:lnTo>
                <a:lnTo>
                  <a:pt x="8348561" y="3521303"/>
                </a:lnTo>
                <a:lnTo>
                  <a:pt x="8350390" y="3517176"/>
                </a:lnTo>
                <a:lnTo>
                  <a:pt x="8348002" y="3517163"/>
                </a:lnTo>
                <a:lnTo>
                  <a:pt x="8345665" y="3517125"/>
                </a:lnTo>
                <a:lnTo>
                  <a:pt x="8343189" y="3517176"/>
                </a:lnTo>
                <a:lnTo>
                  <a:pt x="8341411" y="3516795"/>
                </a:lnTo>
                <a:lnTo>
                  <a:pt x="8338871" y="3518382"/>
                </a:lnTo>
                <a:lnTo>
                  <a:pt x="8341474" y="3512261"/>
                </a:lnTo>
                <a:lnTo>
                  <a:pt x="8340611" y="3503815"/>
                </a:lnTo>
                <a:lnTo>
                  <a:pt x="8340928" y="3503612"/>
                </a:lnTo>
                <a:lnTo>
                  <a:pt x="8341398" y="3501821"/>
                </a:lnTo>
                <a:lnTo>
                  <a:pt x="8342782" y="3500958"/>
                </a:lnTo>
                <a:lnTo>
                  <a:pt x="8344230" y="3501555"/>
                </a:lnTo>
                <a:lnTo>
                  <a:pt x="8346237" y="3503295"/>
                </a:lnTo>
                <a:lnTo>
                  <a:pt x="8346859" y="3504400"/>
                </a:lnTo>
                <a:lnTo>
                  <a:pt x="8347710" y="3505365"/>
                </a:lnTo>
                <a:lnTo>
                  <a:pt x="8348192" y="3502075"/>
                </a:lnTo>
                <a:lnTo>
                  <a:pt x="8347824" y="3499307"/>
                </a:lnTo>
                <a:lnTo>
                  <a:pt x="8350415" y="3488702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5"/>
          <a:stretch>
            <a:fillRect/>
          </a:stretch>
        </p:blipFill>
        <p:spPr>
          <a:xfrm>
            <a:off x="13043629" y="6719202"/>
            <a:ext cx="837246" cy="271139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2702591" y="7072998"/>
            <a:ext cx="685165" cy="645160"/>
          </a:xfrm>
          <a:custGeom>
            <a:rect l="l" t="t" r="r" b="b"/>
            <a:pathLst>
              <a:path w="685165" h="645159">
                <a:moveTo>
                  <a:pt x="251536" y="130937"/>
                </a:moveTo>
                <a:lnTo>
                  <a:pt x="248996" y="128930"/>
                </a:lnTo>
                <a:lnTo>
                  <a:pt x="243852" y="124942"/>
                </a:lnTo>
                <a:lnTo>
                  <a:pt x="241592" y="126136"/>
                </a:lnTo>
                <a:lnTo>
                  <a:pt x="242265" y="128397"/>
                </a:lnTo>
                <a:lnTo>
                  <a:pt x="242303" y="131495"/>
                </a:lnTo>
                <a:lnTo>
                  <a:pt x="245364" y="133769"/>
                </a:lnTo>
                <a:lnTo>
                  <a:pt x="248373" y="132994"/>
                </a:lnTo>
                <a:lnTo>
                  <a:pt x="250736" y="133057"/>
                </a:lnTo>
                <a:lnTo>
                  <a:pt x="251536" y="130937"/>
                </a:lnTo>
                <a:close/>
              </a:path>
              <a:path w="685165" h="645159">
                <a:moveTo>
                  <a:pt x="685012" y="583412"/>
                </a:moveTo>
                <a:lnTo>
                  <a:pt x="684466" y="582320"/>
                </a:lnTo>
                <a:lnTo>
                  <a:pt x="674789" y="581177"/>
                </a:lnTo>
                <a:lnTo>
                  <a:pt x="679437" y="574217"/>
                </a:lnTo>
                <a:lnTo>
                  <a:pt x="674789" y="570661"/>
                </a:lnTo>
                <a:lnTo>
                  <a:pt x="667346" y="562787"/>
                </a:lnTo>
                <a:lnTo>
                  <a:pt x="663206" y="558939"/>
                </a:lnTo>
                <a:lnTo>
                  <a:pt x="656729" y="552450"/>
                </a:lnTo>
                <a:lnTo>
                  <a:pt x="653808" y="547598"/>
                </a:lnTo>
                <a:lnTo>
                  <a:pt x="645515" y="549135"/>
                </a:lnTo>
                <a:lnTo>
                  <a:pt x="644601" y="544563"/>
                </a:lnTo>
                <a:lnTo>
                  <a:pt x="638683" y="536727"/>
                </a:lnTo>
                <a:lnTo>
                  <a:pt x="635558" y="531736"/>
                </a:lnTo>
                <a:lnTo>
                  <a:pt x="625221" y="523252"/>
                </a:lnTo>
                <a:lnTo>
                  <a:pt x="618756" y="518947"/>
                </a:lnTo>
                <a:lnTo>
                  <a:pt x="614400" y="510286"/>
                </a:lnTo>
                <a:lnTo>
                  <a:pt x="612305" y="509168"/>
                </a:lnTo>
                <a:lnTo>
                  <a:pt x="610679" y="508863"/>
                </a:lnTo>
                <a:lnTo>
                  <a:pt x="604291" y="506044"/>
                </a:lnTo>
                <a:lnTo>
                  <a:pt x="599770" y="501319"/>
                </a:lnTo>
                <a:lnTo>
                  <a:pt x="596112" y="495757"/>
                </a:lnTo>
                <a:lnTo>
                  <a:pt x="592340" y="490499"/>
                </a:lnTo>
                <a:lnTo>
                  <a:pt x="587387" y="484809"/>
                </a:lnTo>
                <a:lnTo>
                  <a:pt x="584403" y="477037"/>
                </a:lnTo>
                <a:lnTo>
                  <a:pt x="574357" y="470319"/>
                </a:lnTo>
                <a:lnTo>
                  <a:pt x="571982" y="468096"/>
                </a:lnTo>
                <a:lnTo>
                  <a:pt x="572427" y="462229"/>
                </a:lnTo>
                <a:lnTo>
                  <a:pt x="571030" y="460273"/>
                </a:lnTo>
                <a:lnTo>
                  <a:pt x="563753" y="454748"/>
                </a:lnTo>
                <a:lnTo>
                  <a:pt x="557555" y="450469"/>
                </a:lnTo>
                <a:lnTo>
                  <a:pt x="551383" y="446062"/>
                </a:lnTo>
                <a:lnTo>
                  <a:pt x="556285" y="442264"/>
                </a:lnTo>
                <a:lnTo>
                  <a:pt x="552589" y="441121"/>
                </a:lnTo>
                <a:lnTo>
                  <a:pt x="549935" y="439737"/>
                </a:lnTo>
                <a:lnTo>
                  <a:pt x="543026" y="439394"/>
                </a:lnTo>
                <a:lnTo>
                  <a:pt x="541807" y="438378"/>
                </a:lnTo>
                <a:lnTo>
                  <a:pt x="544804" y="432943"/>
                </a:lnTo>
                <a:lnTo>
                  <a:pt x="544512" y="430784"/>
                </a:lnTo>
                <a:lnTo>
                  <a:pt x="541502" y="431482"/>
                </a:lnTo>
                <a:lnTo>
                  <a:pt x="537933" y="433349"/>
                </a:lnTo>
                <a:lnTo>
                  <a:pt x="527011" y="423824"/>
                </a:lnTo>
                <a:lnTo>
                  <a:pt x="524103" y="418401"/>
                </a:lnTo>
                <a:lnTo>
                  <a:pt x="520852" y="414705"/>
                </a:lnTo>
                <a:lnTo>
                  <a:pt x="517118" y="411048"/>
                </a:lnTo>
                <a:lnTo>
                  <a:pt x="515556" y="406730"/>
                </a:lnTo>
                <a:lnTo>
                  <a:pt x="518871" y="401027"/>
                </a:lnTo>
                <a:lnTo>
                  <a:pt x="507415" y="395566"/>
                </a:lnTo>
                <a:lnTo>
                  <a:pt x="498576" y="388353"/>
                </a:lnTo>
                <a:lnTo>
                  <a:pt x="492772" y="379171"/>
                </a:lnTo>
                <a:lnTo>
                  <a:pt x="490423" y="367792"/>
                </a:lnTo>
                <a:lnTo>
                  <a:pt x="485876" y="364934"/>
                </a:lnTo>
                <a:lnTo>
                  <a:pt x="481888" y="363016"/>
                </a:lnTo>
                <a:lnTo>
                  <a:pt x="473468" y="355942"/>
                </a:lnTo>
                <a:lnTo>
                  <a:pt x="468909" y="350888"/>
                </a:lnTo>
                <a:lnTo>
                  <a:pt x="463867" y="346392"/>
                </a:lnTo>
                <a:lnTo>
                  <a:pt x="442150" y="314528"/>
                </a:lnTo>
                <a:lnTo>
                  <a:pt x="440118" y="311975"/>
                </a:lnTo>
                <a:lnTo>
                  <a:pt x="435622" y="315188"/>
                </a:lnTo>
                <a:lnTo>
                  <a:pt x="430949" y="310946"/>
                </a:lnTo>
                <a:lnTo>
                  <a:pt x="427405" y="306730"/>
                </a:lnTo>
                <a:lnTo>
                  <a:pt x="431228" y="300228"/>
                </a:lnTo>
                <a:lnTo>
                  <a:pt x="421576" y="301485"/>
                </a:lnTo>
                <a:lnTo>
                  <a:pt x="419328" y="300647"/>
                </a:lnTo>
                <a:lnTo>
                  <a:pt x="411073" y="289420"/>
                </a:lnTo>
                <a:lnTo>
                  <a:pt x="403415" y="278879"/>
                </a:lnTo>
                <a:lnTo>
                  <a:pt x="406146" y="272846"/>
                </a:lnTo>
                <a:lnTo>
                  <a:pt x="405371" y="269430"/>
                </a:lnTo>
                <a:lnTo>
                  <a:pt x="401154" y="265493"/>
                </a:lnTo>
                <a:lnTo>
                  <a:pt x="394855" y="259511"/>
                </a:lnTo>
                <a:lnTo>
                  <a:pt x="382358" y="247459"/>
                </a:lnTo>
                <a:lnTo>
                  <a:pt x="374027" y="239725"/>
                </a:lnTo>
                <a:lnTo>
                  <a:pt x="368668" y="238074"/>
                </a:lnTo>
                <a:lnTo>
                  <a:pt x="365848" y="242963"/>
                </a:lnTo>
                <a:lnTo>
                  <a:pt x="362343" y="239128"/>
                </a:lnTo>
                <a:lnTo>
                  <a:pt x="358762" y="239864"/>
                </a:lnTo>
                <a:lnTo>
                  <a:pt x="357619" y="237972"/>
                </a:lnTo>
                <a:lnTo>
                  <a:pt x="356679" y="237007"/>
                </a:lnTo>
                <a:lnTo>
                  <a:pt x="357822" y="236181"/>
                </a:lnTo>
                <a:lnTo>
                  <a:pt x="358914" y="234772"/>
                </a:lnTo>
                <a:lnTo>
                  <a:pt x="362140" y="234518"/>
                </a:lnTo>
                <a:lnTo>
                  <a:pt x="364236" y="235229"/>
                </a:lnTo>
                <a:lnTo>
                  <a:pt x="366699" y="235635"/>
                </a:lnTo>
                <a:lnTo>
                  <a:pt x="364147" y="229920"/>
                </a:lnTo>
                <a:lnTo>
                  <a:pt x="355790" y="224815"/>
                </a:lnTo>
                <a:lnTo>
                  <a:pt x="344970" y="227317"/>
                </a:lnTo>
                <a:lnTo>
                  <a:pt x="339432" y="224282"/>
                </a:lnTo>
                <a:lnTo>
                  <a:pt x="335686" y="215823"/>
                </a:lnTo>
                <a:lnTo>
                  <a:pt x="333794" y="213842"/>
                </a:lnTo>
                <a:lnTo>
                  <a:pt x="332536" y="212013"/>
                </a:lnTo>
                <a:lnTo>
                  <a:pt x="332346" y="209232"/>
                </a:lnTo>
                <a:lnTo>
                  <a:pt x="333286" y="205155"/>
                </a:lnTo>
                <a:lnTo>
                  <a:pt x="328218" y="200571"/>
                </a:lnTo>
                <a:lnTo>
                  <a:pt x="323405" y="198742"/>
                </a:lnTo>
                <a:lnTo>
                  <a:pt x="317258" y="194894"/>
                </a:lnTo>
                <a:lnTo>
                  <a:pt x="315099" y="193459"/>
                </a:lnTo>
                <a:lnTo>
                  <a:pt x="309778" y="184873"/>
                </a:lnTo>
                <a:lnTo>
                  <a:pt x="303314" y="182638"/>
                </a:lnTo>
                <a:lnTo>
                  <a:pt x="292709" y="179717"/>
                </a:lnTo>
                <a:lnTo>
                  <a:pt x="289369" y="177203"/>
                </a:lnTo>
                <a:lnTo>
                  <a:pt x="285851" y="173748"/>
                </a:lnTo>
                <a:lnTo>
                  <a:pt x="287578" y="170459"/>
                </a:lnTo>
                <a:lnTo>
                  <a:pt x="287883" y="166636"/>
                </a:lnTo>
                <a:lnTo>
                  <a:pt x="287515" y="164947"/>
                </a:lnTo>
                <a:lnTo>
                  <a:pt x="286981" y="163093"/>
                </a:lnTo>
                <a:lnTo>
                  <a:pt x="284899" y="162877"/>
                </a:lnTo>
                <a:lnTo>
                  <a:pt x="284073" y="164503"/>
                </a:lnTo>
                <a:lnTo>
                  <a:pt x="283108" y="168224"/>
                </a:lnTo>
                <a:lnTo>
                  <a:pt x="282905" y="169862"/>
                </a:lnTo>
                <a:lnTo>
                  <a:pt x="278053" y="168084"/>
                </a:lnTo>
                <a:lnTo>
                  <a:pt x="269760" y="158635"/>
                </a:lnTo>
                <a:lnTo>
                  <a:pt x="272211" y="148691"/>
                </a:lnTo>
                <a:lnTo>
                  <a:pt x="267766" y="146812"/>
                </a:lnTo>
                <a:lnTo>
                  <a:pt x="263931" y="143840"/>
                </a:lnTo>
                <a:lnTo>
                  <a:pt x="259334" y="149872"/>
                </a:lnTo>
                <a:lnTo>
                  <a:pt x="248335" y="140944"/>
                </a:lnTo>
                <a:lnTo>
                  <a:pt x="218567" y="112928"/>
                </a:lnTo>
                <a:lnTo>
                  <a:pt x="218744" y="112877"/>
                </a:lnTo>
                <a:lnTo>
                  <a:pt x="218935" y="112877"/>
                </a:lnTo>
                <a:lnTo>
                  <a:pt x="227164" y="110096"/>
                </a:lnTo>
                <a:lnTo>
                  <a:pt x="225259" y="107937"/>
                </a:lnTo>
                <a:lnTo>
                  <a:pt x="223342" y="105803"/>
                </a:lnTo>
                <a:lnTo>
                  <a:pt x="220649" y="102743"/>
                </a:lnTo>
                <a:lnTo>
                  <a:pt x="218770" y="112737"/>
                </a:lnTo>
                <a:lnTo>
                  <a:pt x="217665" y="111887"/>
                </a:lnTo>
                <a:lnTo>
                  <a:pt x="216242" y="110972"/>
                </a:lnTo>
                <a:lnTo>
                  <a:pt x="211099" y="106032"/>
                </a:lnTo>
                <a:lnTo>
                  <a:pt x="207797" y="101269"/>
                </a:lnTo>
                <a:lnTo>
                  <a:pt x="194957" y="93306"/>
                </a:lnTo>
                <a:lnTo>
                  <a:pt x="194665" y="93675"/>
                </a:lnTo>
                <a:lnTo>
                  <a:pt x="199872" y="85890"/>
                </a:lnTo>
                <a:lnTo>
                  <a:pt x="197904" y="83794"/>
                </a:lnTo>
                <a:lnTo>
                  <a:pt x="196303" y="81000"/>
                </a:lnTo>
                <a:lnTo>
                  <a:pt x="190627" y="78193"/>
                </a:lnTo>
                <a:lnTo>
                  <a:pt x="188379" y="72948"/>
                </a:lnTo>
                <a:lnTo>
                  <a:pt x="181394" y="77317"/>
                </a:lnTo>
                <a:lnTo>
                  <a:pt x="178892" y="77190"/>
                </a:lnTo>
                <a:lnTo>
                  <a:pt x="176745" y="77609"/>
                </a:lnTo>
                <a:lnTo>
                  <a:pt x="176860" y="75628"/>
                </a:lnTo>
                <a:lnTo>
                  <a:pt x="177190" y="73621"/>
                </a:lnTo>
                <a:lnTo>
                  <a:pt x="176911" y="69316"/>
                </a:lnTo>
                <a:lnTo>
                  <a:pt x="151790" y="46913"/>
                </a:lnTo>
                <a:lnTo>
                  <a:pt x="140233" y="39408"/>
                </a:lnTo>
                <a:lnTo>
                  <a:pt x="134048" y="35229"/>
                </a:lnTo>
                <a:lnTo>
                  <a:pt x="127698" y="31343"/>
                </a:lnTo>
                <a:lnTo>
                  <a:pt x="115227" y="23583"/>
                </a:lnTo>
                <a:lnTo>
                  <a:pt x="82423" y="9626"/>
                </a:lnTo>
                <a:lnTo>
                  <a:pt x="74472" y="7073"/>
                </a:lnTo>
                <a:lnTo>
                  <a:pt x="73494" y="5994"/>
                </a:lnTo>
                <a:lnTo>
                  <a:pt x="71056" y="4953"/>
                </a:lnTo>
                <a:lnTo>
                  <a:pt x="69697" y="4546"/>
                </a:lnTo>
                <a:lnTo>
                  <a:pt x="64338" y="3746"/>
                </a:lnTo>
                <a:lnTo>
                  <a:pt x="59918" y="4229"/>
                </a:lnTo>
                <a:lnTo>
                  <a:pt x="51054" y="0"/>
                </a:lnTo>
                <a:lnTo>
                  <a:pt x="47142" y="1257"/>
                </a:lnTo>
                <a:lnTo>
                  <a:pt x="41681" y="10807"/>
                </a:lnTo>
                <a:lnTo>
                  <a:pt x="39281" y="15468"/>
                </a:lnTo>
                <a:lnTo>
                  <a:pt x="31508" y="14973"/>
                </a:lnTo>
                <a:lnTo>
                  <a:pt x="30530" y="17526"/>
                </a:lnTo>
                <a:lnTo>
                  <a:pt x="29121" y="19621"/>
                </a:lnTo>
                <a:lnTo>
                  <a:pt x="26682" y="17360"/>
                </a:lnTo>
                <a:lnTo>
                  <a:pt x="24523" y="15252"/>
                </a:lnTo>
                <a:lnTo>
                  <a:pt x="20789" y="12001"/>
                </a:lnTo>
                <a:lnTo>
                  <a:pt x="19151" y="9906"/>
                </a:lnTo>
                <a:lnTo>
                  <a:pt x="13131" y="10033"/>
                </a:lnTo>
                <a:lnTo>
                  <a:pt x="10261" y="8432"/>
                </a:lnTo>
                <a:lnTo>
                  <a:pt x="7099" y="3479"/>
                </a:lnTo>
                <a:lnTo>
                  <a:pt x="3937" y="3543"/>
                </a:lnTo>
                <a:lnTo>
                  <a:pt x="1308" y="3683"/>
                </a:lnTo>
                <a:lnTo>
                  <a:pt x="0" y="5994"/>
                </a:lnTo>
                <a:lnTo>
                  <a:pt x="2667" y="12560"/>
                </a:lnTo>
                <a:lnTo>
                  <a:pt x="4203" y="19240"/>
                </a:lnTo>
                <a:lnTo>
                  <a:pt x="19367" y="48526"/>
                </a:lnTo>
                <a:lnTo>
                  <a:pt x="19329" y="49872"/>
                </a:lnTo>
                <a:lnTo>
                  <a:pt x="21221" y="51371"/>
                </a:lnTo>
                <a:lnTo>
                  <a:pt x="24472" y="54914"/>
                </a:lnTo>
                <a:lnTo>
                  <a:pt x="26809" y="56946"/>
                </a:lnTo>
                <a:lnTo>
                  <a:pt x="28816" y="59296"/>
                </a:lnTo>
                <a:lnTo>
                  <a:pt x="57378" y="88582"/>
                </a:lnTo>
                <a:lnTo>
                  <a:pt x="64020" y="91998"/>
                </a:lnTo>
                <a:lnTo>
                  <a:pt x="72872" y="100672"/>
                </a:lnTo>
                <a:lnTo>
                  <a:pt x="85217" y="113220"/>
                </a:lnTo>
                <a:lnTo>
                  <a:pt x="91503" y="119380"/>
                </a:lnTo>
                <a:lnTo>
                  <a:pt x="95885" y="123583"/>
                </a:lnTo>
                <a:lnTo>
                  <a:pt x="100901" y="127139"/>
                </a:lnTo>
                <a:lnTo>
                  <a:pt x="109385" y="133667"/>
                </a:lnTo>
                <a:lnTo>
                  <a:pt x="113550" y="135915"/>
                </a:lnTo>
                <a:lnTo>
                  <a:pt x="121386" y="143471"/>
                </a:lnTo>
                <a:lnTo>
                  <a:pt x="124498" y="150088"/>
                </a:lnTo>
                <a:lnTo>
                  <a:pt x="134645" y="155346"/>
                </a:lnTo>
                <a:lnTo>
                  <a:pt x="136182" y="159562"/>
                </a:lnTo>
                <a:lnTo>
                  <a:pt x="139496" y="162674"/>
                </a:lnTo>
                <a:lnTo>
                  <a:pt x="146138" y="168668"/>
                </a:lnTo>
                <a:lnTo>
                  <a:pt x="159791" y="180276"/>
                </a:lnTo>
                <a:lnTo>
                  <a:pt x="166522" y="186194"/>
                </a:lnTo>
                <a:lnTo>
                  <a:pt x="171272" y="190500"/>
                </a:lnTo>
                <a:lnTo>
                  <a:pt x="175780" y="195287"/>
                </a:lnTo>
                <a:lnTo>
                  <a:pt x="182359" y="204584"/>
                </a:lnTo>
                <a:lnTo>
                  <a:pt x="183730" y="209791"/>
                </a:lnTo>
                <a:lnTo>
                  <a:pt x="190931" y="210070"/>
                </a:lnTo>
                <a:lnTo>
                  <a:pt x="191871" y="211061"/>
                </a:lnTo>
                <a:lnTo>
                  <a:pt x="192697" y="211721"/>
                </a:lnTo>
                <a:lnTo>
                  <a:pt x="200202" y="219062"/>
                </a:lnTo>
                <a:lnTo>
                  <a:pt x="206959" y="227152"/>
                </a:lnTo>
                <a:lnTo>
                  <a:pt x="213931" y="235013"/>
                </a:lnTo>
                <a:lnTo>
                  <a:pt x="222135" y="241668"/>
                </a:lnTo>
                <a:lnTo>
                  <a:pt x="222618" y="241985"/>
                </a:lnTo>
                <a:lnTo>
                  <a:pt x="222846" y="242760"/>
                </a:lnTo>
                <a:lnTo>
                  <a:pt x="226720" y="246595"/>
                </a:lnTo>
                <a:lnTo>
                  <a:pt x="230035" y="250024"/>
                </a:lnTo>
                <a:lnTo>
                  <a:pt x="238467" y="257581"/>
                </a:lnTo>
                <a:lnTo>
                  <a:pt x="245021" y="260832"/>
                </a:lnTo>
                <a:lnTo>
                  <a:pt x="248196" y="266153"/>
                </a:lnTo>
                <a:lnTo>
                  <a:pt x="254800" y="273418"/>
                </a:lnTo>
                <a:lnTo>
                  <a:pt x="262813" y="279336"/>
                </a:lnTo>
                <a:lnTo>
                  <a:pt x="269976" y="285940"/>
                </a:lnTo>
                <a:lnTo>
                  <a:pt x="274002" y="295287"/>
                </a:lnTo>
                <a:lnTo>
                  <a:pt x="274066" y="295617"/>
                </a:lnTo>
                <a:lnTo>
                  <a:pt x="274624" y="295859"/>
                </a:lnTo>
                <a:lnTo>
                  <a:pt x="303263" y="320941"/>
                </a:lnTo>
                <a:lnTo>
                  <a:pt x="304850" y="323075"/>
                </a:lnTo>
                <a:lnTo>
                  <a:pt x="311061" y="329438"/>
                </a:lnTo>
                <a:lnTo>
                  <a:pt x="315214" y="334264"/>
                </a:lnTo>
                <a:lnTo>
                  <a:pt x="325374" y="342684"/>
                </a:lnTo>
                <a:lnTo>
                  <a:pt x="332994" y="345186"/>
                </a:lnTo>
                <a:lnTo>
                  <a:pt x="336638" y="350558"/>
                </a:lnTo>
                <a:lnTo>
                  <a:pt x="360895" y="376199"/>
                </a:lnTo>
                <a:lnTo>
                  <a:pt x="365887" y="380885"/>
                </a:lnTo>
                <a:lnTo>
                  <a:pt x="394716" y="413321"/>
                </a:lnTo>
                <a:lnTo>
                  <a:pt x="400011" y="419709"/>
                </a:lnTo>
                <a:lnTo>
                  <a:pt x="405853" y="425450"/>
                </a:lnTo>
                <a:lnTo>
                  <a:pt x="411048" y="430149"/>
                </a:lnTo>
                <a:lnTo>
                  <a:pt x="415747" y="435102"/>
                </a:lnTo>
                <a:lnTo>
                  <a:pt x="419976" y="440410"/>
                </a:lnTo>
                <a:lnTo>
                  <a:pt x="423760" y="446176"/>
                </a:lnTo>
                <a:lnTo>
                  <a:pt x="425361" y="448843"/>
                </a:lnTo>
                <a:lnTo>
                  <a:pt x="428586" y="450545"/>
                </a:lnTo>
                <a:lnTo>
                  <a:pt x="429755" y="451535"/>
                </a:lnTo>
                <a:lnTo>
                  <a:pt x="433451" y="456285"/>
                </a:lnTo>
                <a:lnTo>
                  <a:pt x="435483" y="460997"/>
                </a:lnTo>
                <a:lnTo>
                  <a:pt x="445363" y="466394"/>
                </a:lnTo>
                <a:lnTo>
                  <a:pt x="447840" y="471716"/>
                </a:lnTo>
                <a:lnTo>
                  <a:pt x="450862" y="480187"/>
                </a:lnTo>
                <a:lnTo>
                  <a:pt x="452856" y="482219"/>
                </a:lnTo>
                <a:lnTo>
                  <a:pt x="458762" y="487781"/>
                </a:lnTo>
                <a:lnTo>
                  <a:pt x="463575" y="490943"/>
                </a:lnTo>
                <a:lnTo>
                  <a:pt x="467156" y="495173"/>
                </a:lnTo>
                <a:lnTo>
                  <a:pt x="471385" y="500456"/>
                </a:lnTo>
                <a:lnTo>
                  <a:pt x="479412" y="511378"/>
                </a:lnTo>
                <a:lnTo>
                  <a:pt x="483603" y="516712"/>
                </a:lnTo>
                <a:lnTo>
                  <a:pt x="488505" y="522414"/>
                </a:lnTo>
                <a:lnTo>
                  <a:pt x="493547" y="528002"/>
                </a:lnTo>
                <a:lnTo>
                  <a:pt x="507568" y="542950"/>
                </a:lnTo>
                <a:lnTo>
                  <a:pt x="511657" y="546569"/>
                </a:lnTo>
                <a:lnTo>
                  <a:pt x="518972" y="553681"/>
                </a:lnTo>
                <a:lnTo>
                  <a:pt x="546201" y="581126"/>
                </a:lnTo>
                <a:lnTo>
                  <a:pt x="556564" y="590207"/>
                </a:lnTo>
                <a:lnTo>
                  <a:pt x="561644" y="594868"/>
                </a:lnTo>
                <a:lnTo>
                  <a:pt x="568071" y="601205"/>
                </a:lnTo>
                <a:lnTo>
                  <a:pt x="580796" y="614057"/>
                </a:lnTo>
                <a:lnTo>
                  <a:pt x="587362" y="620268"/>
                </a:lnTo>
                <a:lnTo>
                  <a:pt x="592607" y="625030"/>
                </a:lnTo>
                <a:lnTo>
                  <a:pt x="599503" y="628002"/>
                </a:lnTo>
                <a:lnTo>
                  <a:pt x="610057" y="638073"/>
                </a:lnTo>
                <a:lnTo>
                  <a:pt x="619213" y="636498"/>
                </a:lnTo>
                <a:lnTo>
                  <a:pt x="623468" y="644537"/>
                </a:lnTo>
                <a:lnTo>
                  <a:pt x="625297" y="644715"/>
                </a:lnTo>
                <a:lnTo>
                  <a:pt x="632256" y="643204"/>
                </a:lnTo>
                <a:lnTo>
                  <a:pt x="638162" y="641718"/>
                </a:lnTo>
                <a:lnTo>
                  <a:pt x="644067" y="640295"/>
                </a:lnTo>
                <a:lnTo>
                  <a:pt x="643699" y="638352"/>
                </a:lnTo>
                <a:lnTo>
                  <a:pt x="649020" y="640765"/>
                </a:lnTo>
                <a:lnTo>
                  <a:pt x="649605" y="634415"/>
                </a:lnTo>
                <a:lnTo>
                  <a:pt x="650544" y="628091"/>
                </a:lnTo>
                <a:lnTo>
                  <a:pt x="633399" y="623570"/>
                </a:lnTo>
                <a:lnTo>
                  <a:pt x="631456" y="621106"/>
                </a:lnTo>
                <a:lnTo>
                  <a:pt x="633730" y="611644"/>
                </a:lnTo>
                <a:lnTo>
                  <a:pt x="636892" y="612889"/>
                </a:lnTo>
                <a:lnTo>
                  <a:pt x="640092" y="615238"/>
                </a:lnTo>
                <a:lnTo>
                  <a:pt x="648982" y="615188"/>
                </a:lnTo>
                <a:lnTo>
                  <a:pt x="654685" y="613905"/>
                </a:lnTo>
                <a:lnTo>
                  <a:pt x="661758" y="612419"/>
                </a:lnTo>
                <a:lnTo>
                  <a:pt x="663409" y="610755"/>
                </a:lnTo>
                <a:lnTo>
                  <a:pt x="666343" y="604520"/>
                </a:lnTo>
                <a:lnTo>
                  <a:pt x="665314" y="597344"/>
                </a:lnTo>
                <a:lnTo>
                  <a:pt x="674154" y="597217"/>
                </a:lnTo>
                <a:lnTo>
                  <a:pt x="675373" y="594690"/>
                </a:lnTo>
                <a:lnTo>
                  <a:pt x="670306" y="587349"/>
                </a:lnTo>
                <a:lnTo>
                  <a:pt x="676922" y="587184"/>
                </a:lnTo>
                <a:lnTo>
                  <a:pt x="681723" y="584403"/>
                </a:lnTo>
                <a:lnTo>
                  <a:pt x="683425" y="583996"/>
                </a:lnTo>
                <a:lnTo>
                  <a:pt x="685012" y="583412"/>
                </a:lnTo>
                <a:close/>
              </a:path>
            </a:pathLst>
          </a:custGeom>
          <a:solidFill>
            <a:srgbClr val="4A25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/>
          <a:stretch>
            <a:fillRect/>
          </a:stretch>
        </p:blipFill>
        <p:spPr>
          <a:xfrm>
            <a:off x="6478188" y="0"/>
            <a:ext cx="4814523" cy="21944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6143" y="1847303"/>
            <a:ext cx="13575712" cy="452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4A25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17030" y="5109256"/>
            <a:ext cx="9189085" cy="2309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Relationship Id="rId3" Type="http://schemas.openxmlformats.org/officeDocument/2006/relationships/image" Target="../media/image29.png" /><Relationship Id="rId4" Type="http://schemas.openxmlformats.org/officeDocument/2006/relationships/image" Target="../media/image30.png" /><Relationship Id="rId5" Type="http://schemas.openxmlformats.org/officeDocument/2006/relationships/image" Target="../media/image3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Relationship Id="rId3" Type="http://schemas.openxmlformats.org/officeDocument/2006/relationships/image" Target="../media/image33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Relationship Id="rId3" Type="http://schemas.openxmlformats.org/officeDocument/2006/relationships/image" Target="../media/image35.png" /><Relationship Id="rId4" Type="http://schemas.openxmlformats.org/officeDocument/2006/relationships/image" Target="../media/image36.png" /><Relationship Id="rId5" Type="http://schemas.openxmlformats.org/officeDocument/2006/relationships/image" Target="../media/image37.png" /><Relationship Id="rId6" Type="http://schemas.openxmlformats.org/officeDocument/2006/relationships/image" Target="../media/image38.jpeg" /><Relationship Id="rId7" Type="http://schemas.openxmlformats.org/officeDocument/2006/relationships/image" Target="../media/image39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Relationship Id="rId3" Type="http://schemas.openxmlformats.org/officeDocument/2006/relationships/image" Target="../media/image41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Relationship Id="rId3" Type="http://schemas.openxmlformats.org/officeDocument/2006/relationships/image" Target="../media/image39.png" /><Relationship Id="rId4" Type="http://schemas.openxmlformats.org/officeDocument/2006/relationships/image" Target="../media/image38.jpeg" /><Relationship Id="rId5" Type="http://schemas.openxmlformats.org/officeDocument/2006/relationships/image" Target="../media/image29.png" /><Relationship Id="rId6" Type="http://schemas.openxmlformats.org/officeDocument/2006/relationships/image" Target="../media/image30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Relationship Id="rId3" Type="http://schemas.openxmlformats.org/officeDocument/2006/relationships/image" Target="../media/image31.png" /><Relationship Id="rId4" Type="http://schemas.openxmlformats.org/officeDocument/2006/relationships/image" Target="../media/image29.png" /><Relationship Id="rId5" Type="http://schemas.openxmlformats.org/officeDocument/2006/relationships/image" Target="../media/image30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648200" y="3086100"/>
            <a:ext cx="12725400" cy="355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0" spc="-1689">
                <a:solidFill>
                  <a:srgbClr val="4A251F"/>
                </a:solidFill>
                <a:latin typeface="Vladimir Script" panose="03050402040407070305" pitchFamily="66" charset="0"/>
                <a:cs typeface="Trebuchet MS"/>
              </a:rPr>
              <a:t>  </a:t>
            </a:r>
            <a:r>
              <a:rPr lang="en-US" sz="23000" spc="-1689">
                <a:solidFill>
                  <a:srgbClr val="4A251F"/>
                </a:solidFill>
                <a:latin typeface="Vladimir Script" panose="03050402040407070305" pitchFamily="66" charset="0"/>
                <a:cs typeface="Trebuchet MS"/>
              </a:rPr>
              <a:t>Tourism</a:t>
            </a:r>
            <a:endParaRPr sz="23000">
              <a:latin typeface="Vladimir Script" panose="03050402040407070305" pitchFamily="66" charset="0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0700" y="5860805"/>
            <a:ext cx="7086600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  <a:tabLst>
                <a:tab pos="2366010"/>
              </a:tabLst>
            </a:pPr>
            <a:r>
              <a:rPr lang="en-US" sz="6000" spc="-830">
                <a:solidFill>
                  <a:srgbClr val="4A251F"/>
                </a:solidFill>
                <a:latin typeface="Orator Std" panose="020d0509020203030204" pitchFamily="49" charset="0"/>
                <a:cs typeface="Trebuchet MS"/>
              </a:rPr>
              <a:t>AJANTA CAVES</a:t>
            </a:r>
            <a:endParaRPr sz="6000">
              <a:latin typeface="Orator Std" panose="020d0509020203030204" pitchFamily="49" charset="0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3438" y="6796640"/>
            <a:ext cx="2758962" cy="4385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85875"/>
              </a:tabLst>
            </a:pPr>
            <a:r>
              <a:rPr lang="en-US" sz="2750" spc="-55">
                <a:solidFill>
                  <a:srgbClr val="4A251F"/>
                </a:solidFill>
                <a:latin typeface="Trebuchet MS"/>
                <a:cs typeface="Trebuchet MS"/>
              </a:rPr>
              <a:t>By: </a:t>
            </a:r>
            <a:r>
              <a:rPr sz="2750" spc="-55">
                <a:solidFill>
                  <a:srgbClr val="4A251F"/>
                </a:solidFill>
                <a:latin typeface="Trebuchet MS"/>
                <a:cs typeface="Trebuchet MS"/>
              </a:rPr>
              <a:t>Ananya</a:t>
            </a:r>
            <a:r>
              <a:rPr lang="en-US" sz="2750" spc="-5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2750" spc="-120">
                <a:solidFill>
                  <a:srgbClr val="4A251F"/>
                </a:solidFill>
                <a:latin typeface="Trebuchet MS"/>
                <a:cs typeface="Trebuchet MS"/>
              </a:rPr>
              <a:t>Singh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8DAF-6126-4C46-B291-CDA21552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143" y="1847303"/>
            <a:ext cx="13575712" cy="1000274"/>
          </a:xfrm>
        </p:spPr>
        <p:txBody>
          <a:bodyPr/>
          <a:lstStyle/>
          <a:p>
            <a:r>
              <a:rPr lang="en-US"/>
              <a:t>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9D96F-8576-4852-A2EC-29A02F4C1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3A53777-5DB5-45BA-BB54-9B11A9040A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69152" y="442905"/>
            <a:ext cx="12925439" cy="9401190"/>
          </a:xfrm>
          <a:prstGeom prst="rect">
            <a:avLst/>
          </a:prstGeom>
        </p:spPr>
      </p:pic>
      <p:grpSp>
        <p:nvGrpSpPr>
          <p:cNvPr id="7" name="object 17">
            <a:extLst>
              <a:ext uri="{FF2B5EF4-FFF2-40B4-BE49-F238E27FC236}">
                <a16:creationId xmlns:a16="http://schemas.microsoft.com/office/drawing/2014/main" id="{9F384643-BCF4-4B1E-B0F5-7586E1F83160}"/>
              </a:ext>
            </a:extLst>
          </p:cNvPr>
          <p:cNvGrpSpPr/>
          <p:nvPr/>
        </p:nvGrpSpPr>
        <p:grpSpPr>
          <a:xfrm>
            <a:off x="0" y="4384288"/>
            <a:ext cx="5321300" cy="5902960"/>
            <a:chOff x="0" y="4384288"/>
            <a:chExt cx="5321300" cy="5902960"/>
          </a:xfrm>
        </p:grpSpPr>
        <p:pic>
          <p:nvPicPr>
            <p:cNvPr id="8" name="object 18">
              <a:extLst>
                <a:ext uri="{FF2B5EF4-FFF2-40B4-BE49-F238E27FC236}">
                  <a16:creationId xmlns:a16="http://schemas.microsoft.com/office/drawing/2014/main" id="{CB7E26D2-899B-46EC-AA85-A818A2FED31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6535929"/>
              <a:ext cx="5320893" cy="3751069"/>
            </a:xfrm>
            <a:prstGeom prst="rect">
              <a:avLst/>
            </a:prstGeom>
          </p:spPr>
        </p:pic>
        <p:pic>
          <p:nvPicPr>
            <p:cNvPr id="9" name="object 19">
              <a:extLst>
                <a:ext uri="{FF2B5EF4-FFF2-40B4-BE49-F238E27FC236}">
                  <a16:creationId xmlns:a16="http://schemas.microsoft.com/office/drawing/2014/main" id="{9794834A-C523-4F55-B929-47D18E16E41B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4384288"/>
              <a:ext cx="2998847" cy="3607980"/>
            </a:xfrm>
            <a:prstGeom prst="rect">
              <a:avLst/>
            </a:prstGeom>
          </p:spPr>
        </p:pic>
      </p:grpSp>
      <p:grpSp>
        <p:nvGrpSpPr>
          <p:cNvPr id="10" name="object 4">
            <a:extLst>
              <a:ext uri="{FF2B5EF4-FFF2-40B4-BE49-F238E27FC236}">
                <a16:creationId xmlns:a16="http://schemas.microsoft.com/office/drawing/2014/main" id="{94EC5BA7-BD2A-4F1E-9A87-7BC73673347B}"/>
              </a:ext>
            </a:extLst>
          </p:cNvPr>
          <p:cNvGrpSpPr/>
          <p:nvPr/>
        </p:nvGrpSpPr>
        <p:grpSpPr>
          <a:xfrm>
            <a:off x="9781224" y="1363476"/>
            <a:ext cx="8278176" cy="4029869"/>
            <a:chOff x="9782242" y="1365018"/>
            <a:chExt cx="7098664" cy="7654470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6A2AF8F-9322-4224-9EA1-1411C4D79ED7}"/>
                </a:ext>
              </a:extLst>
            </p:cNvPr>
            <p:cNvSpPr/>
            <p:nvPr/>
          </p:nvSpPr>
          <p:spPr>
            <a:xfrm>
              <a:off x="9782242" y="1501432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6"/>
                  </a:lnTo>
                  <a:lnTo>
                    <a:pt x="63605" y="2410030"/>
                  </a:lnTo>
                  <a:lnTo>
                    <a:pt x="24004" y="2370430"/>
                  </a:lnTo>
                  <a:lnTo>
                    <a:pt x="2768" y="2319176"/>
                  </a:lnTo>
                  <a:lnTo>
                    <a:pt x="0" y="2291177"/>
                  </a:lnTo>
                  <a:lnTo>
                    <a:pt x="0" y="142874"/>
                  </a:lnTo>
                  <a:lnTo>
                    <a:pt x="10875" y="88198"/>
                  </a:lnTo>
                  <a:lnTo>
                    <a:pt x="41846" y="41848"/>
                  </a:lnTo>
                  <a:lnTo>
                    <a:pt x="88195" y="10875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5"/>
                  </a:lnTo>
                  <a:lnTo>
                    <a:pt x="7055446" y="41848"/>
                  </a:lnTo>
                  <a:lnTo>
                    <a:pt x="7086418" y="88198"/>
                  </a:lnTo>
                  <a:lnTo>
                    <a:pt x="7092962" y="109729"/>
                  </a:lnTo>
                  <a:lnTo>
                    <a:pt x="7092962" y="2324316"/>
                  </a:lnTo>
                  <a:lnTo>
                    <a:pt x="7073288" y="2370430"/>
                  </a:lnTo>
                  <a:lnTo>
                    <a:pt x="7033684" y="2410030"/>
                  </a:lnTo>
                  <a:lnTo>
                    <a:pt x="6982409" y="2431266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r>
                <a:rPr lang="en-US"/>
                <a:t>                                             </a:t>
              </a:r>
            </a:p>
            <a:p>
              <a:r>
                <a:rPr lang="en-US" sz="4000"/>
                <a:t>              </a:t>
              </a:r>
              <a:r>
                <a:rPr lang="en-US" sz="4000">
                  <a:solidFill>
                    <a:schemeClr val="bg1"/>
                  </a:solidFill>
                  <a:latin typeface="Orator Std" panose="020d0509020203030204" pitchFamily="49" charset="0"/>
                </a:rPr>
                <a:t>introduction</a:t>
              </a:r>
              <a:endParaRPr sz="4000">
                <a:solidFill>
                  <a:schemeClr val="bg1"/>
                </a:solidFill>
                <a:latin typeface="Orator Std" panose="020d0509020203030204" pitchFamily="49" charset="0"/>
              </a:endParaRPr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746E1050-C27E-4EE0-AF96-77F251D08968}"/>
                </a:ext>
              </a:extLst>
            </p:cNvPr>
            <p:cNvSpPr/>
            <p:nvPr/>
          </p:nvSpPr>
          <p:spPr>
            <a:xfrm>
              <a:off x="9784781" y="1365018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5"/>
                  </a:moveTo>
                  <a:lnTo>
                    <a:pt x="7086206" y="2345750"/>
                  </a:lnTo>
                  <a:lnTo>
                    <a:pt x="7055225" y="2392106"/>
                  </a:lnTo>
                  <a:lnTo>
                    <a:pt x="7008869" y="2423071"/>
                  </a:lnTo>
                  <a:lnTo>
                    <a:pt x="6954189" y="2433946"/>
                  </a:lnTo>
                  <a:lnTo>
                    <a:pt x="142958" y="2433944"/>
                  </a:lnTo>
                  <a:lnTo>
                    <a:pt x="88283" y="2423066"/>
                  </a:lnTo>
                  <a:lnTo>
                    <a:pt x="41934" y="2392091"/>
                  </a:lnTo>
                  <a:lnTo>
                    <a:pt x="10966" y="2345739"/>
                  </a:lnTo>
                  <a:lnTo>
                    <a:pt x="0" y="2291067"/>
                  </a:lnTo>
                  <a:lnTo>
                    <a:pt x="1" y="142859"/>
                  </a:lnTo>
                  <a:lnTo>
                    <a:pt x="10968" y="88196"/>
                  </a:lnTo>
                  <a:lnTo>
                    <a:pt x="41938" y="41847"/>
                  </a:lnTo>
                  <a:lnTo>
                    <a:pt x="88287" y="10876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7" y="10871"/>
                  </a:lnTo>
                  <a:lnTo>
                    <a:pt x="7055225" y="41833"/>
                  </a:lnTo>
                  <a:lnTo>
                    <a:pt x="7086205" y="88189"/>
                  </a:lnTo>
                  <a:lnTo>
                    <a:pt x="7096089" y="13301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2AFB1751-7E06-4566-9277-2A9264E91EC3}"/>
                </a:ext>
              </a:extLst>
            </p:cNvPr>
            <p:cNvSpPr/>
            <p:nvPr/>
          </p:nvSpPr>
          <p:spPr>
            <a:xfrm>
              <a:off x="9784782" y="3925191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2"/>
                  </a:lnTo>
                  <a:lnTo>
                    <a:pt x="63605" y="2410026"/>
                  </a:lnTo>
                  <a:lnTo>
                    <a:pt x="24004" y="2370427"/>
                  </a:lnTo>
                  <a:lnTo>
                    <a:pt x="2768" y="2319173"/>
                  </a:lnTo>
                  <a:lnTo>
                    <a:pt x="0" y="2291174"/>
                  </a:lnTo>
                  <a:lnTo>
                    <a:pt x="0" y="142882"/>
                  </a:lnTo>
                  <a:lnTo>
                    <a:pt x="10875" y="88201"/>
                  </a:lnTo>
                  <a:lnTo>
                    <a:pt x="41846" y="41841"/>
                  </a:lnTo>
                  <a:lnTo>
                    <a:pt x="88195" y="10870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0"/>
                  </a:lnTo>
                  <a:lnTo>
                    <a:pt x="7055446" y="41841"/>
                  </a:lnTo>
                  <a:lnTo>
                    <a:pt x="7086418" y="88201"/>
                  </a:lnTo>
                  <a:lnTo>
                    <a:pt x="7092962" y="109737"/>
                  </a:lnTo>
                  <a:lnTo>
                    <a:pt x="7092962" y="2324313"/>
                  </a:lnTo>
                  <a:lnTo>
                    <a:pt x="7073288" y="2370427"/>
                  </a:lnTo>
                  <a:lnTo>
                    <a:pt x="7033684" y="2410026"/>
                  </a:lnTo>
                  <a:lnTo>
                    <a:pt x="6982409" y="2431262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DF2892AB-A269-46F2-ACDB-5DE109274BF0}"/>
                </a:ext>
              </a:extLst>
            </p:cNvPr>
            <p:cNvSpPr/>
            <p:nvPr/>
          </p:nvSpPr>
          <p:spPr>
            <a:xfrm>
              <a:off x="9784781" y="3925183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8"/>
                  </a:moveTo>
                  <a:lnTo>
                    <a:pt x="7086207" y="2345751"/>
                  </a:lnTo>
                  <a:lnTo>
                    <a:pt x="7055227" y="2392108"/>
                  </a:lnTo>
                  <a:lnTo>
                    <a:pt x="7008870" y="2423074"/>
                  </a:lnTo>
                  <a:lnTo>
                    <a:pt x="6954189" y="2433949"/>
                  </a:lnTo>
                  <a:lnTo>
                    <a:pt x="142958" y="2433947"/>
                  </a:lnTo>
                  <a:lnTo>
                    <a:pt x="88281" y="2423068"/>
                  </a:lnTo>
                  <a:lnTo>
                    <a:pt x="41933" y="2392092"/>
                  </a:lnTo>
                  <a:lnTo>
                    <a:pt x="10965" y="2345740"/>
                  </a:lnTo>
                  <a:lnTo>
                    <a:pt x="0" y="2291067"/>
                  </a:lnTo>
                  <a:lnTo>
                    <a:pt x="3" y="142859"/>
                  </a:lnTo>
                  <a:lnTo>
                    <a:pt x="10969" y="88196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5" y="88189"/>
                  </a:lnTo>
                  <a:lnTo>
                    <a:pt x="7096090" y="13303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860A65A2-74FA-455B-BB4E-7DFFFA5CD3CE}"/>
                </a:ext>
              </a:extLst>
            </p:cNvPr>
            <p:cNvSpPr/>
            <p:nvPr/>
          </p:nvSpPr>
          <p:spPr>
            <a:xfrm>
              <a:off x="9782242" y="6584898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77"/>
                  </a:lnTo>
                  <a:lnTo>
                    <a:pt x="63605" y="2410041"/>
                  </a:lnTo>
                  <a:lnTo>
                    <a:pt x="24004" y="2370440"/>
                  </a:lnTo>
                  <a:lnTo>
                    <a:pt x="2768" y="2319174"/>
                  </a:lnTo>
                  <a:lnTo>
                    <a:pt x="0" y="2291158"/>
                  </a:lnTo>
                  <a:lnTo>
                    <a:pt x="0" y="142866"/>
                  </a:lnTo>
                  <a:lnTo>
                    <a:pt x="10875" y="88200"/>
                  </a:lnTo>
                  <a:lnTo>
                    <a:pt x="41846" y="41856"/>
                  </a:lnTo>
                  <a:lnTo>
                    <a:pt x="88195" y="10884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84"/>
                  </a:lnTo>
                  <a:lnTo>
                    <a:pt x="7055446" y="41856"/>
                  </a:lnTo>
                  <a:lnTo>
                    <a:pt x="7086418" y="88200"/>
                  </a:lnTo>
                  <a:lnTo>
                    <a:pt x="7092962" y="109728"/>
                  </a:lnTo>
                  <a:lnTo>
                    <a:pt x="7092962" y="2324316"/>
                  </a:lnTo>
                  <a:lnTo>
                    <a:pt x="7073288" y="2370440"/>
                  </a:lnTo>
                  <a:lnTo>
                    <a:pt x="7033684" y="2410041"/>
                  </a:lnTo>
                  <a:lnTo>
                    <a:pt x="6982409" y="2431277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 sz="9600">
                <a:solidFill>
                  <a:schemeClr val="bg1"/>
                </a:solidFill>
              </a:endParaRPr>
            </a:p>
          </p:txBody>
        </p:sp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4E778785-DD65-43F4-93D4-112BA5B182BA}"/>
                </a:ext>
              </a:extLst>
            </p:cNvPr>
            <p:cNvSpPr/>
            <p:nvPr/>
          </p:nvSpPr>
          <p:spPr>
            <a:xfrm>
              <a:off x="9784781" y="6487942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2"/>
                  </a:moveTo>
                  <a:lnTo>
                    <a:pt x="7086196" y="2345745"/>
                  </a:lnTo>
                  <a:lnTo>
                    <a:pt x="7055212" y="2392090"/>
                  </a:lnTo>
                  <a:lnTo>
                    <a:pt x="7008861" y="2423046"/>
                  </a:lnTo>
                  <a:lnTo>
                    <a:pt x="6954189" y="2433919"/>
                  </a:lnTo>
                  <a:lnTo>
                    <a:pt x="142961" y="2433917"/>
                  </a:lnTo>
                  <a:lnTo>
                    <a:pt x="88294" y="2423044"/>
                  </a:lnTo>
                  <a:lnTo>
                    <a:pt x="41948" y="2392080"/>
                  </a:lnTo>
                  <a:lnTo>
                    <a:pt x="10972" y="2345738"/>
                  </a:lnTo>
                  <a:lnTo>
                    <a:pt x="0" y="2291067"/>
                  </a:lnTo>
                  <a:lnTo>
                    <a:pt x="0" y="142859"/>
                  </a:lnTo>
                  <a:lnTo>
                    <a:pt x="10967" y="88195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6" y="88189"/>
                  </a:lnTo>
                  <a:lnTo>
                    <a:pt x="7096088" y="13300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4">
            <a:extLst>
              <a:ext uri="{FF2B5EF4-FFF2-40B4-BE49-F238E27FC236}">
                <a16:creationId xmlns:a16="http://schemas.microsoft.com/office/drawing/2014/main" id="{7BA3761D-D3CF-4AE0-852A-91EA41E07645}"/>
              </a:ext>
            </a:extLst>
          </p:cNvPr>
          <p:cNvGrpSpPr/>
          <p:nvPr/>
        </p:nvGrpSpPr>
        <p:grpSpPr>
          <a:xfrm>
            <a:off x="9794295" y="5411481"/>
            <a:ext cx="9941505" cy="4691958"/>
            <a:chOff x="9784781" y="1365018"/>
            <a:chExt cx="8503217" cy="8921981"/>
          </a:xfrm>
        </p:grpSpPr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2622DB6F-ED35-4AB5-B269-2C66F62C82C4}"/>
                </a:ext>
              </a:extLst>
            </p:cNvPr>
            <p:cNvSpPr/>
            <p:nvPr/>
          </p:nvSpPr>
          <p:spPr>
            <a:xfrm>
              <a:off x="9784782" y="1365019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6"/>
                  </a:lnTo>
                  <a:lnTo>
                    <a:pt x="63605" y="2410030"/>
                  </a:lnTo>
                  <a:lnTo>
                    <a:pt x="24004" y="2370430"/>
                  </a:lnTo>
                  <a:lnTo>
                    <a:pt x="2768" y="2319176"/>
                  </a:lnTo>
                  <a:lnTo>
                    <a:pt x="0" y="2291177"/>
                  </a:lnTo>
                  <a:lnTo>
                    <a:pt x="0" y="142874"/>
                  </a:lnTo>
                  <a:lnTo>
                    <a:pt x="10875" y="88198"/>
                  </a:lnTo>
                  <a:lnTo>
                    <a:pt x="41846" y="41848"/>
                  </a:lnTo>
                  <a:lnTo>
                    <a:pt x="88195" y="10875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5"/>
                  </a:lnTo>
                  <a:lnTo>
                    <a:pt x="7055446" y="41848"/>
                  </a:lnTo>
                  <a:lnTo>
                    <a:pt x="7086418" y="88198"/>
                  </a:lnTo>
                  <a:lnTo>
                    <a:pt x="7092962" y="109729"/>
                  </a:lnTo>
                  <a:lnTo>
                    <a:pt x="7092962" y="2324316"/>
                  </a:lnTo>
                  <a:lnTo>
                    <a:pt x="7073288" y="2370430"/>
                  </a:lnTo>
                  <a:lnTo>
                    <a:pt x="7033684" y="2410030"/>
                  </a:lnTo>
                  <a:lnTo>
                    <a:pt x="6982409" y="2431266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 sz="9600">
                <a:solidFill>
                  <a:schemeClr val="bg1"/>
                </a:solidFill>
              </a:endParaRPr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A21807BC-2D19-4758-AE55-BB9FA6922ADA}"/>
                </a:ext>
              </a:extLst>
            </p:cNvPr>
            <p:cNvSpPr/>
            <p:nvPr/>
          </p:nvSpPr>
          <p:spPr>
            <a:xfrm>
              <a:off x="9784781" y="1365018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5"/>
                  </a:moveTo>
                  <a:lnTo>
                    <a:pt x="7086206" y="2345750"/>
                  </a:lnTo>
                  <a:lnTo>
                    <a:pt x="7055225" y="2392106"/>
                  </a:lnTo>
                  <a:lnTo>
                    <a:pt x="7008869" y="2423071"/>
                  </a:lnTo>
                  <a:lnTo>
                    <a:pt x="6954189" y="2433946"/>
                  </a:lnTo>
                  <a:lnTo>
                    <a:pt x="142958" y="2433944"/>
                  </a:lnTo>
                  <a:lnTo>
                    <a:pt x="88283" y="2423066"/>
                  </a:lnTo>
                  <a:lnTo>
                    <a:pt x="41934" y="2392091"/>
                  </a:lnTo>
                  <a:lnTo>
                    <a:pt x="10966" y="2345739"/>
                  </a:lnTo>
                  <a:lnTo>
                    <a:pt x="0" y="2291067"/>
                  </a:lnTo>
                  <a:lnTo>
                    <a:pt x="1" y="142859"/>
                  </a:lnTo>
                  <a:lnTo>
                    <a:pt x="10968" y="88196"/>
                  </a:lnTo>
                  <a:lnTo>
                    <a:pt x="41938" y="41847"/>
                  </a:lnTo>
                  <a:lnTo>
                    <a:pt x="88287" y="10876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7" y="10871"/>
                  </a:lnTo>
                  <a:lnTo>
                    <a:pt x="7055225" y="41833"/>
                  </a:lnTo>
                  <a:lnTo>
                    <a:pt x="7086205" y="88189"/>
                  </a:lnTo>
                  <a:lnTo>
                    <a:pt x="7096089" y="13301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7">
              <a:extLst>
                <a:ext uri="{FF2B5EF4-FFF2-40B4-BE49-F238E27FC236}">
                  <a16:creationId xmlns:a16="http://schemas.microsoft.com/office/drawing/2014/main" id="{98AC43D7-C4EC-4143-A028-AE21C80C3401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952341" y="5346801"/>
              <a:ext cx="4335657" cy="4940198"/>
            </a:xfrm>
            <a:prstGeom prst="rect">
              <a:avLst/>
            </a:prstGeom>
          </p:spPr>
        </p:pic>
        <p:sp>
          <p:nvSpPr>
            <p:cNvPr id="22" name="object 8">
              <a:extLst>
                <a:ext uri="{FF2B5EF4-FFF2-40B4-BE49-F238E27FC236}">
                  <a16:creationId xmlns:a16="http://schemas.microsoft.com/office/drawing/2014/main" id="{B265BCAF-A19B-458B-934F-DAB4894A54A8}"/>
                </a:ext>
              </a:extLst>
            </p:cNvPr>
            <p:cNvSpPr/>
            <p:nvPr/>
          </p:nvSpPr>
          <p:spPr>
            <a:xfrm>
              <a:off x="9784782" y="3925190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2"/>
                  </a:lnTo>
                  <a:lnTo>
                    <a:pt x="63605" y="2410026"/>
                  </a:lnTo>
                  <a:lnTo>
                    <a:pt x="24004" y="2370427"/>
                  </a:lnTo>
                  <a:lnTo>
                    <a:pt x="2768" y="2319173"/>
                  </a:lnTo>
                  <a:lnTo>
                    <a:pt x="0" y="2291174"/>
                  </a:lnTo>
                  <a:lnTo>
                    <a:pt x="0" y="142882"/>
                  </a:lnTo>
                  <a:lnTo>
                    <a:pt x="10875" y="88201"/>
                  </a:lnTo>
                  <a:lnTo>
                    <a:pt x="41846" y="41841"/>
                  </a:lnTo>
                  <a:lnTo>
                    <a:pt x="88195" y="10870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0"/>
                  </a:lnTo>
                  <a:lnTo>
                    <a:pt x="7055446" y="41841"/>
                  </a:lnTo>
                  <a:lnTo>
                    <a:pt x="7086418" y="88201"/>
                  </a:lnTo>
                  <a:lnTo>
                    <a:pt x="7092962" y="109737"/>
                  </a:lnTo>
                  <a:lnTo>
                    <a:pt x="7092962" y="2324313"/>
                  </a:lnTo>
                  <a:lnTo>
                    <a:pt x="7073288" y="2370427"/>
                  </a:lnTo>
                  <a:lnTo>
                    <a:pt x="7033684" y="2410026"/>
                  </a:lnTo>
                  <a:lnTo>
                    <a:pt x="6982409" y="2431262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 sz="9600">
                <a:solidFill>
                  <a:schemeClr val="bg1"/>
                </a:solidFill>
              </a:endParaRPr>
            </a:p>
          </p:txBody>
        </p:sp>
        <p:sp>
          <p:nvSpPr>
            <p:cNvPr id="23" name="object 9">
              <a:extLst>
                <a:ext uri="{FF2B5EF4-FFF2-40B4-BE49-F238E27FC236}">
                  <a16:creationId xmlns:a16="http://schemas.microsoft.com/office/drawing/2014/main" id="{F48F28DA-D084-4481-ADA2-96DA07B68B0D}"/>
                </a:ext>
              </a:extLst>
            </p:cNvPr>
            <p:cNvSpPr/>
            <p:nvPr/>
          </p:nvSpPr>
          <p:spPr>
            <a:xfrm>
              <a:off x="9784781" y="3925183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8"/>
                  </a:moveTo>
                  <a:lnTo>
                    <a:pt x="7086207" y="2345751"/>
                  </a:lnTo>
                  <a:lnTo>
                    <a:pt x="7055227" y="2392108"/>
                  </a:lnTo>
                  <a:lnTo>
                    <a:pt x="7008870" y="2423074"/>
                  </a:lnTo>
                  <a:lnTo>
                    <a:pt x="6954189" y="2433949"/>
                  </a:lnTo>
                  <a:lnTo>
                    <a:pt x="142958" y="2433947"/>
                  </a:lnTo>
                  <a:lnTo>
                    <a:pt x="88281" y="2423068"/>
                  </a:lnTo>
                  <a:lnTo>
                    <a:pt x="41933" y="2392092"/>
                  </a:lnTo>
                  <a:lnTo>
                    <a:pt x="10965" y="2345740"/>
                  </a:lnTo>
                  <a:lnTo>
                    <a:pt x="0" y="2291067"/>
                  </a:lnTo>
                  <a:lnTo>
                    <a:pt x="3" y="142859"/>
                  </a:lnTo>
                  <a:lnTo>
                    <a:pt x="10969" y="88196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5" y="88189"/>
                  </a:lnTo>
                  <a:lnTo>
                    <a:pt x="7096090" y="13303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0">
              <a:extLst>
                <a:ext uri="{FF2B5EF4-FFF2-40B4-BE49-F238E27FC236}">
                  <a16:creationId xmlns:a16="http://schemas.microsoft.com/office/drawing/2014/main" id="{D12C33C6-BA33-45D0-8EB0-D39EB4ECB75F}"/>
                </a:ext>
              </a:extLst>
            </p:cNvPr>
            <p:cNvSpPr/>
            <p:nvPr/>
          </p:nvSpPr>
          <p:spPr>
            <a:xfrm>
              <a:off x="9802294" y="6487935"/>
              <a:ext cx="7023351" cy="2434589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77"/>
                  </a:lnTo>
                  <a:lnTo>
                    <a:pt x="63605" y="2410041"/>
                  </a:lnTo>
                  <a:lnTo>
                    <a:pt x="24004" y="2370440"/>
                  </a:lnTo>
                  <a:lnTo>
                    <a:pt x="2768" y="2319174"/>
                  </a:lnTo>
                  <a:lnTo>
                    <a:pt x="0" y="2291158"/>
                  </a:lnTo>
                  <a:lnTo>
                    <a:pt x="0" y="142866"/>
                  </a:lnTo>
                  <a:lnTo>
                    <a:pt x="10875" y="88200"/>
                  </a:lnTo>
                  <a:lnTo>
                    <a:pt x="41846" y="41856"/>
                  </a:lnTo>
                  <a:lnTo>
                    <a:pt x="88195" y="10884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84"/>
                  </a:lnTo>
                  <a:lnTo>
                    <a:pt x="7055446" y="41856"/>
                  </a:lnTo>
                  <a:lnTo>
                    <a:pt x="7086418" y="88200"/>
                  </a:lnTo>
                  <a:lnTo>
                    <a:pt x="7092962" y="109728"/>
                  </a:lnTo>
                  <a:lnTo>
                    <a:pt x="7092962" y="2324316"/>
                  </a:lnTo>
                  <a:lnTo>
                    <a:pt x="7073288" y="2370440"/>
                  </a:lnTo>
                  <a:lnTo>
                    <a:pt x="7033684" y="2410041"/>
                  </a:lnTo>
                  <a:lnTo>
                    <a:pt x="6982409" y="2431277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r>
                <a:rPr lang="en-US" sz="9600">
                  <a:solidFill>
                    <a:schemeClr val="bg1"/>
                  </a:solidFill>
                </a:rPr>
                <a:t>.</a:t>
              </a:r>
              <a:endParaRPr sz="9600">
                <a:solidFill>
                  <a:schemeClr val="bg1"/>
                </a:solidFill>
              </a:endParaRPr>
            </a:p>
          </p:txBody>
        </p:sp>
        <p:sp>
          <p:nvSpPr>
            <p:cNvPr id="25" name="object 11">
              <a:extLst>
                <a:ext uri="{FF2B5EF4-FFF2-40B4-BE49-F238E27FC236}">
                  <a16:creationId xmlns:a16="http://schemas.microsoft.com/office/drawing/2014/main" id="{D54DDB7B-228B-49E9-B14E-80FD25AAE8AE}"/>
                </a:ext>
              </a:extLst>
            </p:cNvPr>
            <p:cNvSpPr/>
            <p:nvPr/>
          </p:nvSpPr>
          <p:spPr>
            <a:xfrm>
              <a:off x="9784781" y="6487942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2"/>
                  </a:moveTo>
                  <a:lnTo>
                    <a:pt x="7086196" y="2345745"/>
                  </a:lnTo>
                  <a:lnTo>
                    <a:pt x="7055212" y="2392090"/>
                  </a:lnTo>
                  <a:lnTo>
                    <a:pt x="7008861" y="2423046"/>
                  </a:lnTo>
                  <a:lnTo>
                    <a:pt x="6954189" y="2433919"/>
                  </a:lnTo>
                  <a:lnTo>
                    <a:pt x="142961" y="2433917"/>
                  </a:lnTo>
                  <a:lnTo>
                    <a:pt x="88294" y="2423044"/>
                  </a:lnTo>
                  <a:lnTo>
                    <a:pt x="41948" y="2392080"/>
                  </a:lnTo>
                  <a:lnTo>
                    <a:pt x="10972" y="2345738"/>
                  </a:lnTo>
                  <a:lnTo>
                    <a:pt x="0" y="2291067"/>
                  </a:lnTo>
                  <a:lnTo>
                    <a:pt x="0" y="142859"/>
                  </a:lnTo>
                  <a:lnTo>
                    <a:pt x="10967" y="88195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6" y="88189"/>
                  </a:lnTo>
                  <a:lnTo>
                    <a:pt x="7096088" y="13300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C7D9D9E-42E1-4A4A-A64D-0084E911ADAA}"/>
              </a:ext>
            </a:extLst>
          </p:cNvPr>
          <p:cNvSpPr/>
          <p:nvPr/>
        </p:nvSpPr>
        <p:spPr>
          <a:xfrm>
            <a:off x="10593883" y="2955142"/>
            <a:ext cx="7493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Orator Std" panose="020d0509020203030204" pitchFamily="49" charset="0"/>
              </a:rPr>
              <a:t>History of the caves</a:t>
            </a:r>
            <a:endParaRPr lang="en-IN" sz="4000">
              <a:solidFill>
                <a:schemeClr val="bg1"/>
              </a:solidFill>
              <a:latin typeface="Orator Std" panose="020d0509020203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D0E3CC-5810-42C5-A1BF-49C030F318A8}"/>
              </a:ext>
            </a:extLst>
          </p:cNvPr>
          <p:cNvSpPr/>
          <p:nvPr/>
        </p:nvSpPr>
        <p:spPr>
          <a:xfrm>
            <a:off x="10577246" y="4431786"/>
            <a:ext cx="72176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>
                <a:latin typeface="Orator Std" panose="020d0509020203030204" pitchFamily="49" charset="0"/>
              </a:rPr>
              <a:t> </a:t>
            </a:r>
            <a:r>
              <a:rPr lang="en-US" sz="4000">
                <a:solidFill>
                  <a:schemeClr val="bg1"/>
                </a:solidFill>
                <a:latin typeface="Orator Std" panose="020d0509020203030204" pitchFamily="49" charset="0"/>
              </a:rPr>
              <a:t>Distance and Route</a:t>
            </a:r>
            <a:endParaRPr lang="en-IN" sz="4000">
              <a:solidFill>
                <a:schemeClr val="bg1"/>
              </a:solidFill>
              <a:latin typeface="Orator Std" panose="020d0509020203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E38930-1C68-4CE9-84CE-6E52AE62B7AE}"/>
              </a:ext>
            </a:extLst>
          </p:cNvPr>
          <p:cNvSpPr/>
          <p:nvPr/>
        </p:nvSpPr>
        <p:spPr>
          <a:xfrm>
            <a:off x="13047180" y="6990681"/>
            <a:ext cx="17876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/>
              <a:t> </a:t>
            </a:r>
            <a:r>
              <a:rPr lang="en-US" sz="4000">
                <a:solidFill>
                  <a:schemeClr val="bg1"/>
                </a:solidFill>
                <a:latin typeface="Orator Std" panose="020d0509020203030204" pitchFamily="49" charset="0"/>
              </a:rPr>
              <a:t>facts</a:t>
            </a:r>
            <a:endParaRPr lang="en-IN" sz="4000">
              <a:solidFill>
                <a:schemeClr val="bg1"/>
              </a:solidFill>
              <a:latin typeface="Orator Std" panose="020d050902020303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4ECA9B-A4BF-40B8-AE7A-F63018EE8223}"/>
              </a:ext>
            </a:extLst>
          </p:cNvPr>
          <p:cNvSpPr/>
          <p:nvPr/>
        </p:nvSpPr>
        <p:spPr>
          <a:xfrm>
            <a:off x="10319120" y="5729185"/>
            <a:ext cx="69557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Orator Std" panose="020d0509020203030204" pitchFamily="49" charset="0"/>
              </a:rPr>
              <a:t> </a:t>
            </a:r>
            <a:r>
              <a:rPr lang="en-US" sz="4000">
                <a:solidFill>
                  <a:schemeClr val="bg1"/>
                </a:solidFill>
                <a:latin typeface="Orator Std" panose="020d0509020203030204" pitchFamily="49" charset="0"/>
              </a:rPr>
              <a:t>cultural significance</a:t>
            </a:r>
            <a:endParaRPr lang="en-IN" sz="4000">
              <a:solidFill>
                <a:schemeClr val="bg1"/>
              </a:solidFill>
              <a:latin typeface="Orator Std" panose="020d0509020203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159FE3-4544-47B7-B638-45F44725CC20}"/>
              </a:ext>
            </a:extLst>
          </p:cNvPr>
          <p:cNvSpPr/>
          <p:nvPr/>
        </p:nvSpPr>
        <p:spPr>
          <a:xfrm>
            <a:off x="12395137" y="8470786"/>
            <a:ext cx="33265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/>
              <a:t> </a:t>
            </a:r>
            <a:r>
              <a:rPr lang="en-US" sz="4000">
                <a:solidFill>
                  <a:schemeClr val="bg1"/>
                </a:solidFill>
                <a:latin typeface="Orator Std" panose="020d0509020203030204" pitchFamily="49" charset="0"/>
              </a:rPr>
              <a:t>conclusion</a:t>
            </a:r>
            <a:endParaRPr lang="en-IN" sz="4000">
              <a:solidFill>
                <a:schemeClr val="bg1"/>
              </a:solidFill>
              <a:latin typeface="Orator Std" panose="020d05090202030302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98CCF6-EEEB-47F2-AEF4-40A1094275E4}"/>
              </a:ext>
            </a:extLst>
          </p:cNvPr>
          <p:cNvSpPr/>
          <p:nvPr/>
        </p:nvSpPr>
        <p:spPr>
          <a:xfrm>
            <a:off x="7010400" y="4384288"/>
            <a:ext cx="2225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spc="-1410">
                <a:solidFill>
                  <a:srgbClr val="FFFFFF"/>
                </a:solidFill>
              </a:rPr>
              <a:t>0</a:t>
            </a:r>
            <a:r>
              <a:rPr lang="en-IN" sz="1800" spc="-1830">
                <a:solidFill>
                  <a:srgbClr val="FFFFFF"/>
                </a:solidFill>
              </a:rPr>
              <a:t>1.</a:t>
            </a:r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154DCB-705C-461A-B808-AF62FA6D8993}"/>
              </a:ext>
            </a:extLst>
          </p:cNvPr>
          <p:cNvSpPr/>
          <p:nvPr/>
        </p:nvSpPr>
        <p:spPr>
          <a:xfrm>
            <a:off x="3962400" y="3390900"/>
            <a:ext cx="551758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0" b="1" u="sng">
                <a:solidFill>
                  <a:srgbClr val="2E1110"/>
                </a:solidFill>
                <a:latin typeface="Tw Cen MT" panose="020b0602020104020603" pitchFamily="34" charset="0"/>
              </a:rPr>
              <a:t>Index</a:t>
            </a:r>
            <a:endParaRPr lang="en-IN" sz="15000" u="sng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5510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object 2"/>
          <p:cNvGrpSpPr/>
          <p:nvPr/>
        </p:nvGrpSpPr>
        <p:grpSpPr>
          <a:xfrm>
            <a:off x="10896600" y="800100"/>
            <a:ext cx="6976109" cy="7918450"/>
            <a:chOff x="9905055" y="504702"/>
            <a:chExt cx="6976109" cy="79184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905055" y="504702"/>
              <a:ext cx="6334109" cy="39528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870813" y="3955937"/>
              <a:ext cx="6010289" cy="4467209"/>
            </a:xfrm>
            <a:prstGeom prst="rect">
              <a:avLst/>
            </a:prstGeom>
            <a:ln>
              <a:solidFill>
                <a:schemeClr val="accent2">
                  <a:lumMod val="50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38400" y="165302"/>
            <a:ext cx="13411200" cy="15555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5000" b="1" u="sng" baseline="-2482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Introduction</a:t>
            </a:r>
            <a:endParaRPr sz="15000" b="1" u="sng" baseline="-2482">
              <a:solidFill>
                <a:schemeClr val="accent2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A103CDF-01B2-4F57-B9AC-26E52EDB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13732"/>
            <a:ext cx="10407062" cy="714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Location: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Maharashtra, carved into a horseshoe-shaped cliff along the </a:t>
            </a:r>
            <a:r>
              <a:rPr kumimoji="0" lang="en-US" altLang="en-US" sz="2800" b="1" i="0" u="none" strike="noStrike" cap="none" normalizeH="0" baseline="0" err="1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Waghora River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Structure: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Comprises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30 rock-cut Buddhist caves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Dynasties: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Constructed under the </a:t>
            </a:r>
            <a:r>
              <a:rPr kumimoji="0" lang="en-US" altLang="en-US" sz="2800" b="1" i="0" u="none" strike="noStrike" cap="none" normalizeH="0" baseline="0" err="1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Satavahana and Vakataka dynasties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Time Period: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Built in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two phases (2nd century BCE–6th century CE)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Types of Caves: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no Pro Display" panose="020205020505060204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     Chaityas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– prayer halls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      Viharas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– monasteries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Artistic Significance: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Renowned for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wall paintings and frescoes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with lifelike expressions and vivid colors.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Rediscovery: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Rediscovered in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1819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object 2"/>
          <p:cNvGrpSpPr/>
          <p:nvPr/>
        </p:nvGrpSpPr>
        <p:grpSpPr>
          <a:xfrm>
            <a:off x="3456523" y="131616"/>
            <a:ext cx="14797405" cy="9323705"/>
            <a:chOff x="3491026" y="0"/>
            <a:chExt cx="14797405" cy="932370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491026" y="960637"/>
              <a:ext cx="11306159" cy="83629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625889" y="0"/>
              <a:ext cx="3662110" cy="224572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7590190"/>
            <a:ext cx="3316315" cy="26968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/>
          <a:stretch>
            <a:fillRect/>
          </a:stretch>
        </p:blipFill>
        <p:spPr>
          <a:xfrm>
            <a:off x="15470122" y="5977676"/>
            <a:ext cx="2817872" cy="43093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/>
          <a:stretch>
            <a:fillRect/>
          </a:stretch>
        </p:blipFill>
        <p:spPr>
          <a:xfrm>
            <a:off x="14748" y="-72213"/>
            <a:ext cx="3144865" cy="29408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4673772"/>
            <a:ext cx="1256507" cy="47815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98857" y="391503"/>
            <a:ext cx="16528853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/>
                <a:tab pos="1320165"/>
                <a:tab pos="4282440"/>
                <a:tab pos="5549265"/>
                <a:tab pos="7261225"/>
              </a:tabLst>
            </a:pPr>
            <a:r>
              <a:rPr sz="13000" b="1" u="sng" spc="-184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.</a:t>
            </a:r>
            <a:r>
              <a:rPr sz="13000" b="1" u="sng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	</a:t>
            </a:r>
            <a:r>
              <a:rPr lang="en-US" sz="13000" b="1" u="sng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sz="13000" b="1" u="sng" spc="-88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History</a:t>
            </a:r>
            <a:r>
              <a:rPr lang="en-US" sz="13000" b="1" u="sng" spc="-88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  </a:t>
            </a:r>
            <a:r>
              <a:rPr sz="13000" b="1" u="sng" spc="-680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of</a:t>
            </a:r>
            <a:r>
              <a:rPr lang="en-US" sz="13000" b="1" u="sng" spc="-680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  </a:t>
            </a:r>
            <a:r>
              <a:rPr sz="13000" b="1" u="sng" spc="-85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the</a:t>
            </a:r>
            <a:r>
              <a:rPr lang="en-US" sz="13000" b="1" u="sng" spc="-85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  </a:t>
            </a:r>
            <a:r>
              <a:rPr sz="13000" b="1" u="sng" spc="-565">
                <a:solidFill>
                  <a:schemeClr val="accent2">
                    <a:lumMod val="50000"/>
                  </a:schemeClr>
                </a:solidFill>
                <a:latin typeface="Tw Cen MT" panose="020b0602020104020603" pitchFamily="34" charset="0"/>
              </a:rPr>
              <a:t>Caves</a:t>
            </a:r>
            <a:endParaRPr sz="13000" b="1" u="sng">
              <a:solidFill>
                <a:schemeClr val="accent2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5113F7A-814D-4643-924A-86A0A9438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1655" y="2318425"/>
            <a:ext cx="9923128" cy="762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Ajanta Caves were built in two phases.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First phase (2nd century BCE):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-Simple caves for meditation and monastic life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-Followed Hinayana Buddhism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-Under Satavahana rulers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Second phase (5th–6th century CE):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>
                <a:solidFill>
                  <a:srgbClr val="2E1110"/>
                </a:solidFill>
                <a:latin typeface="Arno Pro Display" panose="02020502050506020403" pitchFamily="18" charset="0"/>
              </a:rPr>
              <a:t>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-Under the Vakataka dynasty, especially King Harishena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no Pro Display" panose="0202050205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-Influence of Mahayana Buddhism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 -Images of Buddha, Bodhisattvas, and narrative paintings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    -After decline of royal support, caves were abandoned.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800" b="1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no Pro Display" panose="0202050205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no Pro Display" panose="02020502050506020403" pitchFamily="18" charset="0"/>
              </a:rPr>
              <a:t>.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-609600" y="-613957"/>
            <a:ext cx="7862940" cy="76799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575438"/>
            <a:ext cx="11072016" cy="1297343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800"/>
              </a:spcBef>
              <a:tabLst>
                <a:tab pos="2322830"/>
                <a:tab pos="3469004"/>
                <a:tab pos="5269230"/>
              </a:tabLst>
            </a:pPr>
            <a:r>
              <a:rPr lang="en-US" sz="15000" b="1" u="sng" baseline="-2430">
                <a:solidFill>
                  <a:srgbClr val="2E1110"/>
                </a:solidFill>
                <a:latin typeface="Tw Cen MT" panose="020b0602020104020603" pitchFamily="34" charset="0"/>
              </a:rPr>
              <a:t>Distance and Route</a:t>
            </a:r>
            <a:endParaRPr sz="15000" b="1" u="sng" baseline="-2430">
              <a:solidFill>
                <a:srgbClr val="2E1110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564" y="4698782"/>
            <a:ext cx="7136130" cy="4129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95"/>
              </a:spcBef>
            </a:pPr>
            <a:endParaRPr sz="2350" b="1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4513" y="3226005"/>
            <a:ext cx="347345" cy="20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algn="ctr">
              <a:lnSpc>
                <a:spcPts val="160"/>
              </a:lnSpc>
              <a:spcBef>
                <a:spcPts val="110"/>
              </a:spcBef>
            </a:pP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The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Ajanta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and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Ellora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Caves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are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located</a:t>
            </a:r>
            <a:r>
              <a:rPr sz="150" spc="3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near</a:t>
            </a:r>
            <a:r>
              <a:rPr sz="150" spc="3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Aurangabad</a:t>
            </a:r>
            <a:r>
              <a:rPr sz="150" spc="3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in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Maharashtra,</a:t>
            </a:r>
            <a:r>
              <a:rPr sz="150" spc="4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roughly</a:t>
            </a:r>
            <a:r>
              <a:rPr sz="150" spc="5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750-800</a:t>
            </a:r>
            <a:r>
              <a:rPr sz="150" spc="4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km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east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of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Porbandar,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Gujarat,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a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journey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typically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taking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14-16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hours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by</a:t>
            </a:r>
            <a:r>
              <a:rPr sz="150" spc="1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road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via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NH48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or</a:t>
            </a:r>
            <a:r>
              <a:rPr sz="150" spc="2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NH52.</a:t>
            </a:r>
            <a:r>
              <a:rPr sz="150" spc="2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Ellora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Caves</a:t>
            </a:r>
            <a:r>
              <a:rPr sz="150" spc="2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(6th-</a:t>
            </a:r>
            <a:r>
              <a:rPr sz="150" spc="-20">
                <a:solidFill>
                  <a:srgbClr val="4A251F"/>
                </a:solidFill>
                <a:latin typeface="Trebuchet MS"/>
                <a:cs typeface="Trebuchet MS"/>
              </a:rPr>
              <a:t>10th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century)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are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30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km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from</a:t>
            </a:r>
            <a:r>
              <a:rPr sz="150" spc="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Aurangabad,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while</a:t>
            </a:r>
            <a:r>
              <a:rPr sz="150" spc="1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Ajanta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Caves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(2nd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century</a:t>
            </a:r>
            <a:r>
              <a:rPr sz="150" spc="2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BC)</a:t>
            </a:r>
            <a:r>
              <a:rPr sz="150" spc="50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are</a:t>
            </a:r>
            <a:r>
              <a:rPr sz="150" spc="-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100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km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north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of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the</a:t>
            </a:r>
            <a:r>
              <a:rPr sz="150" spc="-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10">
                <a:solidFill>
                  <a:srgbClr val="4A251F"/>
                </a:solidFill>
                <a:latin typeface="Trebuchet MS"/>
                <a:cs typeface="Trebuchet MS"/>
              </a:rPr>
              <a:t>cit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.</a:t>
            </a:r>
            <a:r>
              <a:rPr sz="150" spc="-5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.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i-</a:t>
            </a:r>
            <a:r>
              <a:rPr sz="150" spc="-25">
                <a:solidFill>
                  <a:srgbClr val="4A251F"/>
                </a:solidFill>
                <a:latin typeface="Trebuchet MS"/>
                <a:cs typeface="Trebuchet MS"/>
              </a:rPr>
              <a:t>.</a:t>
            </a:r>
            <a:r>
              <a:rPr sz="150">
                <a:solidFill>
                  <a:srgbClr val="4A251F"/>
                </a:solidFill>
                <a:latin typeface="Trebuchet MS"/>
                <a:cs typeface="Trebuchet MS"/>
              </a:rPr>
              <a:t> </a:t>
            </a:r>
            <a:r>
              <a:rPr sz="150" spc="-50">
                <a:solidFill>
                  <a:srgbClr val="4A251F"/>
                </a:solidFill>
                <a:latin typeface="Trebuchet MS"/>
                <a:cs typeface="Trebuchet MS"/>
              </a:rPr>
              <a:t>:</a:t>
            </a:r>
            <a:endParaRPr sz="1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9171706" y="2203642"/>
            <a:ext cx="8715390" cy="587691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D936D16-DCFD-4878-A5B1-B4E0898BB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127" y="3435555"/>
            <a:ext cx="7871751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no Pro Display" panose="02020502050506020403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Ajanta and Ellora Caves are located near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Aurangabad, Maharashtra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They are about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750–800 km east of Porbandar, Gujarat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Road travel takes approximately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14–16 hours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via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NH48 or NH52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Ellora Caves: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About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30 km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from Aurangabad (6th–10th century CE).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Ajanta Caves: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About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100 km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north of Aurangabad (2nd century BCE).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F6FD3B4A-517B-4592-A409-B90EBEE262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12923" y="1638300"/>
            <a:ext cx="11901371" cy="701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ECE4AF-AB2F-44C6-90CE-F519E49B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768" y="1220027"/>
            <a:ext cx="13575712" cy="1477328"/>
          </a:xfrm>
        </p:spPr>
        <p:txBody>
          <a:bodyPr/>
          <a:lstStyle/>
          <a:p>
            <a:r>
              <a:rPr lang="en-US" sz="9600" b="1" u="sng">
                <a:latin typeface="Tw Cen MT" panose="020b0602020104020603" pitchFamily="34" charset="0"/>
              </a:rPr>
              <a:t>Cultural importance</a:t>
            </a:r>
            <a:endParaRPr lang="en-IN" sz="9600" b="1" u="sng">
              <a:latin typeface="Tw Cen MT" panose="020b06020201040206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C438CFB-03F1-41EC-979A-6606E5DD4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0" y="2940804"/>
            <a:ext cx="11466294" cy="3916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Educational: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Ajanta Caves help students and researchers study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ancient Indian history, Buddhist culture, art, and rock-cut architecture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Cultural: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They preserve and showcase India’s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rich artistic and spiritual heritage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, promoting cultural awareness and identity.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Tourism: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As 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UNESCO World Heritage Site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, Ajanta attracts national and international tourists, supporting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heritage tourism and local economy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8A47AC6F-F489-41A9-B996-5C8CCBE4261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057900"/>
            <a:ext cx="1256507" cy="478154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F9A44CD4-D31F-4DE8-AD15-FB5F3F656EF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144865" cy="2940804"/>
          </a:xfrm>
          <a:prstGeom prst="rect">
            <a:avLst/>
          </a:prstGeom>
        </p:spPr>
      </p:pic>
      <p:grpSp>
        <p:nvGrpSpPr>
          <p:cNvPr id="9" name="object 17">
            <a:extLst>
              <a:ext uri="{FF2B5EF4-FFF2-40B4-BE49-F238E27FC236}">
                <a16:creationId xmlns:a16="http://schemas.microsoft.com/office/drawing/2014/main" id="{F748F4BF-0709-425C-880A-4F075AF31B5A}"/>
              </a:ext>
            </a:extLst>
          </p:cNvPr>
          <p:cNvGrpSpPr/>
          <p:nvPr/>
        </p:nvGrpSpPr>
        <p:grpSpPr>
          <a:xfrm rot="10800000">
            <a:off x="13030200" y="4038600"/>
            <a:ext cx="5257800" cy="6248400"/>
            <a:chOff x="0" y="4384288"/>
            <a:chExt cx="5321300" cy="5902960"/>
          </a:xfrm>
        </p:grpSpPr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1E6D5C8E-C286-4359-A3E2-31DAECA7C93B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6535929"/>
              <a:ext cx="5320893" cy="3751069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BC2F604E-A117-48BA-9B94-66CC3D532053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384288"/>
              <a:ext cx="2998847" cy="3607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866470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629564" y="440134"/>
            <a:ext cx="12925439" cy="94011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775256" y="1355493"/>
            <a:ext cx="8512810" cy="8931910"/>
            <a:chOff x="9775256" y="1355493"/>
            <a:chExt cx="8512810" cy="8931910"/>
          </a:xfrm>
        </p:grpSpPr>
        <p:sp>
          <p:nvSpPr>
            <p:cNvPr id="5" name="object 5"/>
            <p:cNvSpPr/>
            <p:nvPr/>
          </p:nvSpPr>
          <p:spPr>
            <a:xfrm>
              <a:off x="9784782" y="1365019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6"/>
                  </a:lnTo>
                  <a:lnTo>
                    <a:pt x="63605" y="2410030"/>
                  </a:lnTo>
                  <a:lnTo>
                    <a:pt x="24004" y="2370430"/>
                  </a:lnTo>
                  <a:lnTo>
                    <a:pt x="2768" y="2319176"/>
                  </a:lnTo>
                  <a:lnTo>
                    <a:pt x="0" y="2291177"/>
                  </a:lnTo>
                  <a:lnTo>
                    <a:pt x="0" y="142874"/>
                  </a:lnTo>
                  <a:lnTo>
                    <a:pt x="10875" y="88198"/>
                  </a:lnTo>
                  <a:lnTo>
                    <a:pt x="41846" y="41848"/>
                  </a:lnTo>
                  <a:lnTo>
                    <a:pt x="88195" y="10875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5"/>
                  </a:lnTo>
                  <a:lnTo>
                    <a:pt x="7055446" y="41848"/>
                  </a:lnTo>
                  <a:lnTo>
                    <a:pt x="7086418" y="88198"/>
                  </a:lnTo>
                  <a:lnTo>
                    <a:pt x="7092962" y="109729"/>
                  </a:lnTo>
                  <a:lnTo>
                    <a:pt x="7092962" y="2324316"/>
                  </a:lnTo>
                  <a:lnTo>
                    <a:pt x="7073288" y="2370430"/>
                  </a:lnTo>
                  <a:lnTo>
                    <a:pt x="7033684" y="2410030"/>
                  </a:lnTo>
                  <a:lnTo>
                    <a:pt x="6982409" y="2431266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781" y="1365018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5"/>
                  </a:moveTo>
                  <a:lnTo>
                    <a:pt x="7086206" y="2345750"/>
                  </a:lnTo>
                  <a:lnTo>
                    <a:pt x="7055225" y="2392106"/>
                  </a:lnTo>
                  <a:lnTo>
                    <a:pt x="7008869" y="2423071"/>
                  </a:lnTo>
                  <a:lnTo>
                    <a:pt x="6954189" y="2433946"/>
                  </a:lnTo>
                  <a:lnTo>
                    <a:pt x="142958" y="2433944"/>
                  </a:lnTo>
                  <a:lnTo>
                    <a:pt x="88283" y="2423066"/>
                  </a:lnTo>
                  <a:lnTo>
                    <a:pt x="41934" y="2392091"/>
                  </a:lnTo>
                  <a:lnTo>
                    <a:pt x="10966" y="2345739"/>
                  </a:lnTo>
                  <a:lnTo>
                    <a:pt x="0" y="2291067"/>
                  </a:lnTo>
                  <a:lnTo>
                    <a:pt x="1" y="142859"/>
                  </a:lnTo>
                  <a:lnTo>
                    <a:pt x="10968" y="88196"/>
                  </a:lnTo>
                  <a:lnTo>
                    <a:pt x="41938" y="41847"/>
                  </a:lnTo>
                  <a:lnTo>
                    <a:pt x="88287" y="10876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7" y="10871"/>
                  </a:lnTo>
                  <a:lnTo>
                    <a:pt x="7055225" y="41833"/>
                  </a:lnTo>
                  <a:lnTo>
                    <a:pt x="7086205" y="88189"/>
                  </a:lnTo>
                  <a:lnTo>
                    <a:pt x="7096089" y="13301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3952341" y="5346801"/>
              <a:ext cx="4335657" cy="49401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84782" y="3925190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62"/>
                  </a:lnTo>
                  <a:lnTo>
                    <a:pt x="63605" y="2410026"/>
                  </a:lnTo>
                  <a:lnTo>
                    <a:pt x="24004" y="2370427"/>
                  </a:lnTo>
                  <a:lnTo>
                    <a:pt x="2768" y="2319173"/>
                  </a:lnTo>
                  <a:lnTo>
                    <a:pt x="0" y="2291174"/>
                  </a:lnTo>
                  <a:lnTo>
                    <a:pt x="0" y="142882"/>
                  </a:lnTo>
                  <a:lnTo>
                    <a:pt x="10875" y="88201"/>
                  </a:lnTo>
                  <a:lnTo>
                    <a:pt x="41846" y="41841"/>
                  </a:lnTo>
                  <a:lnTo>
                    <a:pt x="88195" y="10870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70"/>
                  </a:lnTo>
                  <a:lnTo>
                    <a:pt x="7055446" y="41841"/>
                  </a:lnTo>
                  <a:lnTo>
                    <a:pt x="7086418" y="88201"/>
                  </a:lnTo>
                  <a:lnTo>
                    <a:pt x="7092962" y="109737"/>
                  </a:lnTo>
                  <a:lnTo>
                    <a:pt x="7092962" y="2324313"/>
                  </a:lnTo>
                  <a:lnTo>
                    <a:pt x="7073288" y="2370427"/>
                  </a:lnTo>
                  <a:lnTo>
                    <a:pt x="7033684" y="2410026"/>
                  </a:lnTo>
                  <a:lnTo>
                    <a:pt x="6982409" y="2431262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781" y="3925183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8"/>
                  </a:moveTo>
                  <a:lnTo>
                    <a:pt x="7086207" y="2345751"/>
                  </a:lnTo>
                  <a:lnTo>
                    <a:pt x="7055227" y="2392108"/>
                  </a:lnTo>
                  <a:lnTo>
                    <a:pt x="7008870" y="2423074"/>
                  </a:lnTo>
                  <a:lnTo>
                    <a:pt x="6954189" y="2433949"/>
                  </a:lnTo>
                  <a:lnTo>
                    <a:pt x="142958" y="2433947"/>
                  </a:lnTo>
                  <a:lnTo>
                    <a:pt x="88281" y="2423068"/>
                  </a:lnTo>
                  <a:lnTo>
                    <a:pt x="41933" y="2392092"/>
                  </a:lnTo>
                  <a:lnTo>
                    <a:pt x="10965" y="2345740"/>
                  </a:lnTo>
                  <a:lnTo>
                    <a:pt x="0" y="2291067"/>
                  </a:lnTo>
                  <a:lnTo>
                    <a:pt x="3" y="142859"/>
                  </a:lnTo>
                  <a:lnTo>
                    <a:pt x="10969" y="88196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5" y="88189"/>
                  </a:lnTo>
                  <a:lnTo>
                    <a:pt x="7096090" y="13303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782" y="6487935"/>
              <a:ext cx="7093584" cy="2434590"/>
            </a:xfrm>
            <a:custGeom>
              <a:rect l="l" t="t" r="r" b="b"/>
              <a:pathLst>
                <a:path w="7093584" h="2434590">
                  <a:moveTo>
                    <a:pt x="6954405" y="2434046"/>
                  </a:moveTo>
                  <a:lnTo>
                    <a:pt x="142887" y="2434046"/>
                  </a:lnTo>
                  <a:lnTo>
                    <a:pt x="114871" y="2431277"/>
                  </a:lnTo>
                  <a:lnTo>
                    <a:pt x="63605" y="2410041"/>
                  </a:lnTo>
                  <a:lnTo>
                    <a:pt x="24004" y="2370440"/>
                  </a:lnTo>
                  <a:lnTo>
                    <a:pt x="2768" y="2319174"/>
                  </a:lnTo>
                  <a:lnTo>
                    <a:pt x="0" y="2291158"/>
                  </a:lnTo>
                  <a:lnTo>
                    <a:pt x="0" y="142866"/>
                  </a:lnTo>
                  <a:lnTo>
                    <a:pt x="10875" y="88200"/>
                  </a:lnTo>
                  <a:lnTo>
                    <a:pt x="41846" y="41856"/>
                  </a:lnTo>
                  <a:lnTo>
                    <a:pt x="88195" y="10884"/>
                  </a:lnTo>
                  <a:lnTo>
                    <a:pt x="142887" y="0"/>
                  </a:lnTo>
                  <a:lnTo>
                    <a:pt x="6954405" y="0"/>
                  </a:lnTo>
                  <a:lnTo>
                    <a:pt x="7009086" y="10884"/>
                  </a:lnTo>
                  <a:lnTo>
                    <a:pt x="7055446" y="41856"/>
                  </a:lnTo>
                  <a:lnTo>
                    <a:pt x="7086418" y="88200"/>
                  </a:lnTo>
                  <a:lnTo>
                    <a:pt x="7092962" y="109728"/>
                  </a:lnTo>
                  <a:lnTo>
                    <a:pt x="7092962" y="2324316"/>
                  </a:lnTo>
                  <a:lnTo>
                    <a:pt x="7073288" y="2370440"/>
                  </a:lnTo>
                  <a:lnTo>
                    <a:pt x="7033684" y="2410041"/>
                  </a:lnTo>
                  <a:lnTo>
                    <a:pt x="6982409" y="2431277"/>
                  </a:lnTo>
                  <a:lnTo>
                    <a:pt x="6954405" y="2434046"/>
                  </a:lnTo>
                  <a:close/>
                </a:path>
              </a:pathLst>
            </a:custGeom>
            <a:solidFill>
              <a:srgbClr val="9A9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781" y="6487942"/>
              <a:ext cx="7096125" cy="2433955"/>
            </a:xfrm>
            <a:custGeom>
              <a:rect l="l" t="t" r="r" b="b"/>
              <a:pathLst>
                <a:path w="7096125" h="2433954">
                  <a:moveTo>
                    <a:pt x="7096097" y="2300912"/>
                  </a:moveTo>
                  <a:lnTo>
                    <a:pt x="7086196" y="2345745"/>
                  </a:lnTo>
                  <a:lnTo>
                    <a:pt x="7055212" y="2392090"/>
                  </a:lnTo>
                  <a:lnTo>
                    <a:pt x="7008861" y="2423046"/>
                  </a:lnTo>
                  <a:lnTo>
                    <a:pt x="6954189" y="2433919"/>
                  </a:lnTo>
                  <a:lnTo>
                    <a:pt x="142961" y="2433917"/>
                  </a:lnTo>
                  <a:lnTo>
                    <a:pt x="88294" y="2423044"/>
                  </a:lnTo>
                  <a:lnTo>
                    <a:pt x="41948" y="2392080"/>
                  </a:lnTo>
                  <a:lnTo>
                    <a:pt x="10972" y="2345738"/>
                  </a:lnTo>
                  <a:lnTo>
                    <a:pt x="0" y="2291067"/>
                  </a:lnTo>
                  <a:lnTo>
                    <a:pt x="0" y="142859"/>
                  </a:lnTo>
                  <a:lnTo>
                    <a:pt x="10967" y="88195"/>
                  </a:lnTo>
                  <a:lnTo>
                    <a:pt x="41940" y="41849"/>
                  </a:lnTo>
                  <a:lnTo>
                    <a:pt x="88287" y="10877"/>
                  </a:lnTo>
                  <a:lnTo>
                    <a:pt x="142959" y="0"/>
                  </a:lnTo>
                  <a:lnTo>
                    <a:pt x="6954189" y="0"/>
                  </a:lnTo>
                  <a:lnTo>
                    <a:pt x="7008866" y="10872"/>
                  </a:lnTo>
                  <a:lnTo>
                    <a:pt x="7055224" y="41834"/>
                  </a:lnTo>
                  <a:lnTo>
                    <a:pt x="7086206" y="88189"/>
                  </a:lnTo>
                  <a:lnTo>
                    <a:pt x="7096088" y="13300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94641" y="6665966"/>
            <a:ext cx="3855085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sz="2350" spc="155">
                <a:solidFill>
                  <a:srgbClr val="FFFFFF"/>
                </a:solidFill>
                <a:latin typeface="Book Antiqua"/>
                <a:cs typeface="Book Antiqua"/>
              </a:rPr>
              <a:t>The</a:t>
            </a:r>
            <a:r>
              <a:rPr sz="2350" spc="14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135">
                <a:solidFill>
                  <a:srgbClr val="FFFFFF"/>
                </a:solidFill>
                <a:latin typeface="Book Antiqua"/>
                <a:cs typeface="Book Antiqua"/>
              </a:rPr>
              <a:t>caves</a:t>
            </a:r>
            <a:r>
              <a:rPr sz="235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40">
                <a:solidFill>
                  <a:srgbClr val="FFFFFF"/>
                </a:solidFill>
                <a:latin typeface="Book Antiqua"/>
                <a:cs typeface="Book Antiqua"/>
              </a:rPr>
              <a:t>were </a:t>
            </a:r>
            <a:r>
              <a:rPr sz="2350" spc="70">
                <a:solidFill>
                  <a:srgbClr val="FFFFFF"/>
                </a:solidFill>
                <a:latin typeface="Book Antiqua"/>
                <a:cs typeface="Book Antiqua"/>
              </a:rPr>
              <a:t>rediscovered</a:t>
            </a:r>
            <a:r>
              <a:rPr sz="235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>
                <a:solidFill>
                  <a:srgbClr val="FFFFFF"/>
                </a:solidFill>
                <a:latin typeface="Book Antiqua"/>
                <a:cs typeface="Book Antiqua"/>
              </a:rPr>
              <a:t>in</a:t>
            </a:r>
            <a:r>
              <a:rPr sz="235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125">
                <a:solidFill>
                  <a:srgbClr val="FFFFFF"/>
                </a:solidFill>
                <a:latin typeface="Book Antiqua"/>
                <a:cs typeface="Book Antiqua"/>
              </a:rPr>
              <a:t>1819</a:t>
            </a:r>
            <a:r>
              <a:rPr sz="235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95">
                <a:solidFill>
                  <a:srgbClr val="FFFFFF"/>
                </a:solidFill>
                <a:latin typeface="Book Antiqua"/>
                <a:cs typeface="Book Antiqua"/>
              </a:rPr>
              <a:t>by</a:t>
            </a:r>
            <a:r>
              <a:rPr sz="235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125">
                <a:solidFill>
                  <a:srgbClr val="FFFFFF"/>
                </a:solidFill>
                <a:latin typeface="Book Antiqua"/>
                <a:cs typeface="Book Antiqua"/>
              </a:rPr>
              <a:t>a </a:t>
            </a:r>
            <a:r>
              <a:rPr sz="2350" spc="75">
                <a:solidFill>
                  <a:srgbClr val="FFFFFF"/>
                </a:solidFill>
                <a:latin typeface="Book Antiqua"/>
                <a:cs typeface="Book Antiqua"/>
              </a:rPr>
              <a:t>British</a:t>
            </a:r>
            <a:r>
              <a:rPr sz="235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90">
                <a:solidFill>
                  <a:srgbClr val="FFFFFF"/>
                </a:solidFill>
                <a:latin typeface="Book Antiqua"/>
                <a:cs typeface="Book Antiqua"/>
              </a:rPr>
              <a:t>officer</a:t>
            </a:r>
            <a:r>
              <a:rPr sz="2350" spc="17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90">
                <a:solidFill>
                  <a:srgbClr val="FFFFFF"/>
                </a:solidFill>
                <a:latin typeface="Book Antiqua"/>
                <a:cs typeface="Book Antiqua"/>
              </a:rPr>
              <a:t>named</a:t>
            </a:r>
            <a:r>
              <a:rPr sz="2350" spc="17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50" spc="114">
                <a:solidFill>
                  <a:srgbClr val="FFFFFF"/>
                </a:solidFill>
                <a:latin typeface="Book Antiqua"/>
                <a:cs typeface="Book Antiqua"/>
              </a:rPr>
              <a:t>John </a:t>
            </a:r>
            <a:r>
              <a:rPr sz="2350" spc="55">
                <a:solidFill>
                  <a:srgbClr val="FFFFFF"/>
                </a:solidFill>
                <a:latin typeface="Book Antiqua"/>
                <a:cs typeface="Book Antiqua"/>
              </a:rPr>
              <a:t>Smith.</a:t>
            </a:r>
            <a:endParaRPr sz="235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66715" y="4321506"/>
            <a:ext cx="1645285" cy="411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91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sz="10000" spc="-93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0000" spc="-75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0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75"/>
              </a:spcBef>
            </a:pPr>
            <a:r>
              <a:rPr sz="10000" spc="-80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sz="10000" spc="-77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10000" spc="3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0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94641" y="4360516"/>
            <a:ext cx="3586479" cy="142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z="2300" spc="100">
                <a:solidFill>
                  <a:srgbClr val="FFFFFF"/>
                </a:solidFill>
                <a:latin typeface="Book Antiqua"/>
                <a:cs typeface="Book Antiqua"/>
              </a:rPr>
              <a:t>Ajanta</a:t>
            </a:r>
            <a:r>
              <a:rPr sz="2300" spc="16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00" spc="95">
                <a:solidFill>
                  <a:srgbClr val="FFFFFF"/>
                </a:solidFill>
                <a:latin typeface="Book Antiqua"/>
                <a:cs typeface="Book Antiqua"/>
              </a:rPr>
              <a:t>represents</a:t>
            </a:r>
            <a:r>
              <a:rPr sz="2300" spc="16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00" spc="85">
                <a:solidFill>
                  <a:srgbClr val="FFFFFF"/>
                </a:solidFill>
                <a:latin typeface="Book Antiqua"/>
                <a:cs typeface="Book Antiqua"/>
              </a:rPr>
              <a:t>both Hinayana</a:t>
            </a:r>
            <a:r>
              <a:rPr sz="23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00" spc="8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23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300" spc="95">
                <a:solidFill>
                  <a:srgbClr val="FFFFFF"/>
                </a:solidFill>
                <a:latin typeface="Book Antiqua"/>
                <a:cs typeface="Book Antiqua"/>
              </a:rPr>
              <a:t>Mahayana </a:t>
            </a:r>
            <a:r>
              <a:rPr sz="2300" spc="-10">
                <a:solidFill>
                  <a:srgbClr val="FFFFFF"/>
                </a:solidFill>
                <a:latin typeface="Book Antiqua"/>
                <a:cs typeface="Book Antiqua"/>
              </a:rPr>
              <a:t>Buddhism.</a:t>
            </a:r>
            <a:endParaRPr sz="23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366715" y="1761335"/>
            <a:ext cx="136207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410">
                <a:solidFill>
                  <a:srgbClr val="FFFFFF"/>
                </a:solidFill>
              </a:rPr>
              <a:t>0</a:t>
            </a:r>
            <a:r>
              <a:rPr sz="10000" spc="-1830">
                <a:solidFill>
                  <a:srgbClr val="FFFFFF"/>
                </a:solidFill>
              </a:rPr>
              <a:t>1</a:t>
            </a:r>
            <a:r>
              <a:rPr sz="10000" spc="-575">
                <a:solidFill>
                  <a:srgbClr val="FFFFFF"/>
                </a:solidFill>
              </a:rPr>
              <a:t>.</a:t>
            </a:r>
            <a:endParaRPr sz="10000"/>
          </a:p>
        </p:txBody>
      </p:sp>
      <p:sp>
        <p:nvSpPr>
          <p:cNvPr id="16" name="object 16"/>
          <p:cNvSpPr txBox="1"/>
          <p:nvPr/>
        </p:nvSpPr>
        <p:spPr>
          <a:xfrm>
            <a:off x="12198654" y="1621140"/>
            <a:ext cx="384619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sz="2400" spc="60">
                <a:solidFill>
                  <a:srgbClr val="FFFFFF"/>
                </a:solidFill>
                <a:latin typeface="Book Antiqua"/>
                <a:cs typeface="Book Antiqua"/>
              </a:rPr>
              <a:t>The</a:t>
            </a:r>
            <a:r>
              <a:rPr sz="2400" spc="114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90">
                <a:solidFill>
                  <a:srgbClr val="FFFFFF"/>
                </a:solidFill>
                <a:latin typeface="Book Antiqua"/>
                <a:cs typeface="Book Antiqua"/>
              </a:rPr>
              <a:t>paintings</a:t>
            </a:r>
            <a:r>
              <a:rPr sz="2400" spc="114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90">
                <a:solidFill>
                  <a:srgbClr val="FFFFFF"/>
                </a:solidFill>
                <a:latin typeface="Book Antiqua"/>
                <a:cs typeface="Book Antiqua"/>
              </a:rPr>
              <a:t>depict</a:t>
            </a:r>
            <a:r>
              <a:rPr sz="2400" spc="114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105">
                <a:solidFill>
                  <a:srgbClr val="FFFFFF"/>
                </a:solidFill>
                <a:latin typeface="Book Antiqua"/>
                <a:cs typeface="Book Antiqua"/>
              </a:rPr>
              <a:t>the </a:t>
            </a:r>
            <a:r>
              <a:rPr sz="2400" spc="65">
                <a:solidFill>
                  <a:srgbClr val="FFFFFF"/>
                </a:solidFill>
                <a:latin typeface="Book Antiqua"/>
                <a:cs typeface="Book Antiqua"/>
              </a:rPr>
              <a:t>life</a:t>
            </a:r>
            <a:r>
              <a:rPr sz="24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95">
                <a:solidFill>
                  <a:srgbClr val="FFFFFF"/>
                </a:solidFill>
                <a:latin typeface="Book Antiqua"/>
                <a:cs typeface="Book Antiqua"/>
              </a:rPr>
              <a:t>of</a:t>
            </a:r>
            <a:r>
              <a:rPr sz="24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60">
                <a:solidFill>
                  <a:srgbClr val="FFFFFF"/>
                </a:solidFill>
                <a:latin typeface="Book Antiqua"/>
                <a:cs typeface="Book Antiqua"/>
              </a:rPr>
              <a:t>Lord</a:t>
            </a:r>
            <a:r>
              <a:rPr sz="24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70">
                <a:solidFill>
                  <a:srgbClr val="FFFFFF"/>
                </a:solidFill>
                <a:latin typeface="Book Antiqua"/>
                <a:cs typeface="Book Antiqua"/>
              </a:rPr>
              <a:t>Buddha</a:t>
            </a:r>
            <a:r>
              <a:rPr sz="24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65">
                <a:solidFill>
                  <a:srgbClr val="FFFFFF"/>
                </a:solidFill>
                <a:latin typeface="Book Antiqua"/>
                <a:cs typeface="Book Antiqua"/>
              </a:rPr>
              <a:t>and </a:t>
            </a:r>
            <a:r>
              <a:rPr sz="2400" spc="204">
                <a:solidFill>
                  <a:srgbClr val="FFFFFF"/>
                </a:solidFill>
                <a:latin typeface="Book Antiqua"/>
                <a:cs typeface="Book Antiqua"/>
              </a:rPr>
              <a:t>Jataka</a:t>
            </a:r>
            <a:r>
              <a:rPr sz="2400" spc="16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spc="55">
                <a:solidFill>
                  <a:srgbClr val="FFFFFF"/>
                </a:solidFill>
                <a:latin typeface="Book Antiqua"/>
                <a:cs typeface="Book Antiqua"/>
              </a:rPr>
              <a:t>tales.</a:t>
            </a:r>
            <a:endParaRPr sz="2400">
              <a:latin typeface="Book Antiqua"/>
              <a:cs typeface="Book Antiqu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4384288"/>
            <a:ext cx="5321300" cy="5902960"/>
            <a:chOff x="0" y="4384288"/>
            <a:chExt cx="5321300" cy="5902960"/>
          </a:xfrm>
        </p:grpSpPr>
        <p:pic>
          <p:nvPicPr>
            <p:cNvPr id="18" name="object 18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6535929"/>
              <a:ext cx="5320893" cy="37510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4384288"/>
              <a:ext cx="2998847" cy="360798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5B53CEC-3F0C-47CE-A226-1FBB5834FB44}"/>
              </a:ext>
            </a:extLst>
          </p:cNvPr>
          <p:cNvSpPr txBox="1"/>
          <p:nvPr/>
        </p:nvSpPr>
        <p:spPr>
          <a:xfrm>
            <a:off x="1972185" y="2699337"/>
            <a:ext cx="74406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u="sng">
                <a:solidFill>
                  <a:srgbClr val="2E1110"/>
                </a:solidFill>
                <a:latin typeface="Tw Cen MT" panose="020b0602020104020603" pitchFamily="34" charset="0"/>
              </a:rPr>
              <a:t>Facts Of Ajanta Caves</a:t>
            </a:r>
            <a:endParaRPr lang="en-IN" sz="9600" b="1" u="sng">
              <a:solidFill>
                <a:srgbClr val="2E1110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143" y="1847303"/>
            <a:ext cx="13575712" cy="2147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56285" algn="ctr">
              <a:lnSpc>
                <a:spcPct val="100000"/>
              </a:lnSpc>
              <a:spcBef>
                <a:spcPts val="100"/>
              </a:spcBef>
            </a:pPr>
            <a:r>
              <a:rPr sz="9600" b="1" u="sng" spc="-755">
                <a:latin typeface="Tw Cen MT" panose="020b0602020104020603" pitchFamily="34" charset="0"/>
              </a:rPr>
              <a:t>Co</a:t>
            </a:r>
            <a:r>
              <a:rPr lang="en-US" sz="9600" b="1" u="sng" spc="-755">
                <a:latin typeface="Tw Cen MT" panose="020b0602020104020603" pitchFamily="34" charset="0"/>
              </a:rPr>
              <a:t>nclusion</a:t>
            </a:r>
            <a:endParaRPr sz="9600" b="1" u="sng" spc="-755">
              <a:latin typeface="Tw Cen MT" panose="020b0602020104020603" pitchFamily="34" charset="0"/>
            </a:endParaRPr>
          </a:p>
          <a:p>
            <a:pPr marL="12065" marR="5080" indent="-635" algn="ctr">
              <a:lnSpc>
                <a:spcPct val="117500"/>
              </a:lnSpc>
              <a:spcBef>
                <a:spcPts val="1445"/>
              </a:spcBef>
            </a:pPr>
            <a:r>
              <a:rPr sz="2800" b="1" spc="90">
                <a:latin typeface="Book Antiqua"/>
                <a:cs typeface="Book Antiqua"/>
              </a:rPr>
              <a:t>.</a:t>
            </a:r>
            <a:endParaRPr sz="2800" b="1">
              <a:latin typeface="Book Antiqua"/>
              <a:cs typeface="Book Antiqu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D5E8BE-51D8-4EBB-91F2-795B73F9A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99" y="2458135"/>
            <a:ext cx="89154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no Pro Display" panose="02020502050506020403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Ajanta Caves showcase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ancient Indian art, architecture, and Buddhist heritage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The murals depict the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life of Lord Buddha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 and cultural life of the time.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They provide insight into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India’s historical and spiritual traditions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As 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UNESCO World Heritage Site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E1110"/>
                </a:solidFill>
                <a:effectLst/>
                <a:latin typeface="Arno Pro Display" panose="02020502050506020403" pitchFamily="18" charset="0"/>
              </a:rPr>
              <a:t>, they preserve India’s cultural legacy.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2E111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627E0-8999-4A96-B8C9-8907DF23D510}"/>
              </a:ext>
            </a:extLst>
          </p:cNvPr>
          <p:cNvSpPr txBox="1"/>
          <p:nvPr/>
        </p:nvSpPr>
        <p:spPr>
          <a:xfrm>
            <a:off x="6019800" y="3771900"/>
            <a:ext cx="7010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>
                <a:solidFill>
                  <a:srgbClr val="2E1110"/>
                </a:solidFill>
                <a:latin typeface="Vladimir Script" panose="03050402040407070305" pitchFamily="66" charset="0"/>
              </a:rPr>
              <a:t>Thankyou!!</a:t>
            </a:r>
            <a:endParaRPr lang="en-IN" sz="13000">
              <a:solidFill>
                <a:srgbClr val="2E1110"/>
              </a:solidFill>
              <a:latin typeface="Vladimir Script" panose="03050402040407070305" pitchFamily="66" charset="0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Custom</PresentationFormat>
  <Paragraphs>61</Paragraphs>
  <Slides>9</Slides>
  <Notes>0</Notes>
  <TotalTime>123</TotalTime>
  <HiddenSlides>0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19">
      <vt:lpstr>Arial</vt:lpstr>
      <vt:lpstr>Calibri</vt:lpstr>
      <vt:lpstr>Trebuchet MS</vt:lpstr>
      <vt:lpstr>Book Antiqua</vt:lpstr>
      <vt:lpstr>Vladimir Script</vt:lpstr>
      <vt:lpstr>Orator Std</vt:lpstr>
      <vt:lpstr>Tw Cen MT</vt:lpstr>
      <vt:lpstr>Wingdings</vt:lpstr>
      <vt:lpstr>Arno Pro Display</vt:lpstr>
      <vt:lpstr>Office Theme</vt:lpstr>
      <vt:lpstr>PowerPoint Presentation</vt:lpstr>
      <vt:lpstr>d</vt:lpstr>
      <vt:lpstr>Introduction</vt:lpstr>
      <vt:lpstr>.	 History  of  the  Caves</vt:lpstr>
      <vt:lpstr>Distance and Route</vt:lpstr>
      <vt:lpstr>Cultural importance</vt:lpstr>
      <vt:lpstr>01.</vt:lpstr>
      <vt:lpstr>Conclusion
.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Beige Scrapbook Tourism Presentation</dc:title>
  <dc:creator>anurup singh</dc:creator>
  <cp:keywords>DAG_Zu3guKk,BAGaHqu9ODg,0</cp:keywords>
  <cp:lastModifiedBy>Administrator</cp:lastModifiedBy>
  <cp:revision>15</cp:revision>
  <dcterms:created xsi:type="dcterms:W3CDTF">2026-01-30T04:45:04Z</dcterms:created>
  <dcterms:modified xsi:type="dcterms:W3CDTF">2026-01-30T08:03:35Z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2026-01-25T00:00:00Z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2026-01-30T00:00:00Z</vt:filetime>
  </property>
  <property fmtid="{D5CDD505-2E9C-101B-9397-08002B2CF9AE}" pid="5" name="Producer">
    <vt:lpwstr>3-Heights(TM) PDF Security Shell 4.8.25.2 (http://www.pdf-tools.com)</vt:lpwstr>
  </property>
</Properties>
</file>