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A07694-94AC-4109-855F-07987A89A8E4}">
          <p14:sldIdLst>
            <p14:sldId id="256"/>
            <p14:sldId id="257"/>
            <p14:sldId id="258"/>
            <p14:sldId id="259"/>
            <p14:sldId id="261"/>
            <p14:sldId id="262"/>
            <p14:sldId id="263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FFF89-8F6A-42DD-AA2C-78FA2B54595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F3865-7834-4F0B-BB27-3CFD7372FEA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074551" cy="6857999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074552" y="118079"/>
            <a:ext cx="3117447" cy="1600200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Sitka Heading" panose="02000505000000020004" pitchFamily="2" charset="0"/>
                <a:cs typeface="Arial" panose="020B0604020202020204" pitchFamily="34" charset="0"/>
              </a:rPr>
              <a:t>TOURISM PROJECT</a:t>
            </a:r>
            <a:endParaRPr lang="en-IN" sz="4000" u="sng" dirty="0">
              <a:latin typeface="Sitka Heading" panose="02000505000000020004" pitchFamily="2" charset="0"/>
              <a:cs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9074552" y="1886352"/>
            <a:ext cx="3117448" cy="4971648"/>
          </a:xfrm>
        </p:spPr>
        <p:txBody>
          <a:bodyPr>
            <a:normAutofit fontScale="40000" lnSpcReduction="20000"/>
          </a:bodyPr>
          <a:lstStyle/>
          <a:p>
            <a:endParaRPr lang="en-IN" sz="6700" dirty="0">
              <a:latin typeface="Sitka Heading" panose="02000505000000020004" pitchFamily="2" charset="0"/>
              <a:cs typeface="Arial" panose="020B0604020202020204" pitchFamily="34" charset="0"/>
            </a:endParaRPr>
          </a:p>
          <a:p>
            <a:r>
              <a:rPr lang="en-IN" sz="7000" u="sng" dirty="0">
                <a:latin typeface="Sitka Heading" panose="02000505000000020004" pitchFamily="2" charset="0"/>
                <a:cs typeface="Arial" panose="020B0604020202020204" pitchFamily="34" charset="0"/>
              </a:rPr>
              <a:t>TOPIC </a:t>
            </a:r>
            <a:r>
              <a:rPr lang="en-IN" sz="7000" dirty="0">
                <a:latin typeface="Sitka Heading" panose="02000505000000020004" pitchFamily="2" charset="0"/>
                <a:cs typeface="Arial" panose="020B0604020202020204" pitchFamily="34" charset="0"/>
              </a:rPr>
              <a:t>: - JANTAR     MANTAR</a:t>
            </a:r>
          </a:p>
          <a:p>
            <a:r>
              <a:rPr lang="en-IN" sz="7000" dirty="0">
                <a:latin typeface="Sitka Heading" panose="02000505000000020004" pitchFamily="2" charset="0"/>
                <a:cs typeface="Arial" panose="020B0604020202020204" pitchFamily="34" charset="0"/>
              </a:rPr>
              <a:t>RAJASTHAN</a:t>
            </a:r>
          </a:p>
          <a:p>
            <a:endParaRPr lang="en-IN" sz="7000" dirty="0">
              <a:latin typeface="Algerian" panose="04020705040A02060702" pitchFamily="82" charset="0"/>
            </a:endParaRPr>
          </a:p>
          <a:p>
            <a:endParaRPr lang="en-IN" sz="6700" dirty="0">
              <a:latin typeface="Algerian" panose="04020705040A02060702" pitchFamily="82" charset="0"/>
            </a:endParaRPr>
          </a:p>
          <a:p>
            <a:endParaRPr lang="en-IN" sz="3200" dirty="0">
              <a:latin typeface="Algerian" panose="04020705040A02060702" pitchFamily="82" charset="0"/>
            </a:endParaRPr>
          </a:p>
          <a:p>
            <a:endParaRPr lang="en-IN" sz="3200" dirty="0">
              <a:latin typeface="Algerian" panose="04020705040A02060702" pitchFamily="82" charset="0"/>
            </a:endParaRPr>
          </a:p>
          <a:p>
            <a:endParaRPr lang="en-IN" sz="2400" dirty="0">
              <a:latin typeface="Algerian" panose="04020705040A02060702" pitchFamily="82" charset="0"/>
            </a:endParaRPr>
          </a:p>
          <a:p>
            <a:endParaRPr lang="en-IN" sz="2400" dirty="0">
              <a:latin typeface="Algerian" panose="04020705040A02060702" pitchFamily="82" charset="0"/>
            </a:endParaRPr>
          </a:p>
          <a:p>
            <a:endParaRPr lang="en-IN" sz="2400" dirty="0">
              <a:latin typeface="Algerian" panose="04020705040A02060702" pitchFamily="82" charset="0"/>
            </a:endParaRPr>
          </a:p>
          <a:p>
            <a:r>
              <a:rPr lang="en-IN" sz="5000" u="sng" dirty="0">
                <a:latin typeface="Sitka Heading" panose="02000505000000020004" pitchFamily="2" charset="0"/>
                <a:cs typeface="Arial" panose="020B0604020202020204" pitchFamily="34" charset="0"/>
              </a:rPr>
              <a:t>PRESENTED BY</a:t>
            </a:r>
            <a:r>
              <a:rPr lang="en-IN" sz="5000" dirty="0">
                <a:latin typeface="Sitka Heading" panose="02000505000000020004" pitchFamily="2" charset="0"/>
                <a:cs typeface="Arial" panose="020B0604020202020204" pitchFamily="34" charset="0"/>
              </a:rPr>
              <a:t>:- PABITRA</a:t>
            </a:r>
          </a:p>
          <a:p>
            <a:r>
              <a:rPr lang="en-IN" sz="5000" u="sng" dirty="0">
                <a:latin typeface="Sitka Heading" panose="02000505000000020004" pitchFamily="2" charset="0"/>
                <a:cs typeface="Arial" panose="020B0604020202020204" pitchFamily="34" charset="0"/>
              </a:rPr>
              <a:t>Class </a:t>
            </a:r>
            <a:r>
              <a:rPr lang="en-IN" sz="5000" dirty="0">
                <a:latin typeface="Sitka Heading" panose="02000505000000020004" pitchFamily="2" charset="0"/>
                <a:cs typeface="Arial" panose="020B0604020202020204" pitchFamily="34" charset="0"/>
              </a:rPr>
              <a:t>:- XII</a:t>
            </a:r>
          </a:p>
          <a:p>
            <a:endParaRPr lang="en-I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751748"/>
              </p:ext>
            </p:extLst>
          </p:nvPr>
        </p:nvGraphicFramePr>
        <p:xfrm>
          <a:off x="2316987" y="1405716"/>
          <a:ext cx="7558026" cy="50901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7558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99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    NAME OF THE 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54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latin typeface="Agency FB" panose="020B0503020202020204" pitchFamily="34" charset="0"/>
                        </a:rPr>
                        <a:t>Location</a:t>
                      </a:r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54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latin typeface="Agency FB" panose="020B0503020202020204" pitchFamily="34" charset="0"/>
                        </a:rPr>
                        <a:t>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54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latin typeface="Agency FB" panose="020B0503020202020204" pitchFamily="34" charset="0"/>
                        </a:rPr>
                        <a:t>Specialities</a:t>
                      </a:r>
                      <a:r>
                        <a:rPr lang="en-IN" sz="1400" b="0" dirty="0"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IN" sz="1400" b="0" dirty="0"/>
                        <a:t>                             </a:t>
                      </a:r>
                      <a:endParaRPr lang="en-IN" sz="2400" b="0" dirty="0">
                        <a:solidFill>
                          <a:schemeClr val="bg1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54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latin typeface="Agency FB" panose="020B0503020202020204" pitchFamily="34" charset="0"/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54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latin typeface="Agency FB" panose="020B0503020202020204" pitchFamily="34" charset="0"/>
                        </a:rPr>
                        <a:t>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704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latin typeface="Agency FB" panose="020B0503020202020204" pitchFamily="34" charset="0"/>
                        </a:rPr>
                        <a:t>Distance From Porbandar</a:t>
                      </a:r>
                    </a:p>
                    <a:p>
                      <a:pPr algn="ctr"/>
                      <a:r>
                        <a:rPr lang="en-IN" sz="2400" b="0" dirty="0">
                          <a:latin typeface="Agency FB" panose="020B0503020202020204" pitchFamily="34" charset="0"/>
                        </a:rPr>
                        <a:t>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3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="0" u="none" dirty="0">
                          <a:solidFill>
                            <a:schemeClr val="bg1"/>
                          </a:solidFill>
                          <a:latin typeface="Agency FB" panose="020B0503020202020204" pitchFamily="34" charset="0"/>
                        </a:rPr>
                        <a:t>Conclusion and links for more details</a:t>
                      </a:r>
                      <a:endParaRPr lang="en-IN" sz="2800" b="0" u="none" dirty="0">
                        <a:solidFill>
                          <a:schemeClr val="bg1"/>
                        </a:solidFill>
                        <a:latin typeface="Agency FB" panose="020B0503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u="none" dirty="0">
                        <a:solidFill>
                          <a:schemeClr val="bg1"/>
                        </a:solidFill>
                        <a:latin typeface="Agency FB" panose="020B0503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u="none" dirty="0">
                          <a:solidFill>
                            <a:schemeClr val="bg1"/>
                          </a:solidFill>
                          <a:latin typeface="Agency FB" panose="020B0503020202020204" pitchFamily="34" charset="0"/>
                        </a:rPr>
                        <a:t>     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810834" y="0"/>
            <a:ext cx="5478817" cy="1006475"/>
          </a:xfrm>
        </p:spPr>
        <p:txBody>
          <a:bodyPr>
            <a:normAutofit/>
          </a:bodyPr>
          <a:lstStyle/>
          <a:p>
            <a:r>
              <a:rPr lang="en-IN" sz="5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8223189" cy="1600200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LOCATION OF JANTAR MANTAR </a:t>
            </a:r>
            <a:r>
              <a:rPr lang="en-IN" sz="44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:-</a:t>
            </a:r>
            <a:b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</a:b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6523179" cy="38115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Jantar Mantar is an 18th-century astronomical observatory located in the heart of Jaipur, Rajasthan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It was built by Maharaja Sawai Jai Singh II between 1728 and 1734 and is a UNESCO World Heritage Site</a:t>
            </a: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199191" y="309196"/>
            <a:ext cx="7326774" cy="719872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HISTORY OF JANTAR MANTAR</a:t>
            </a:r>
          </a:p>
        </p:txBody>
      </p:sp>
      <p:sp>
        <p:nvSpPr>
          <p:cNvPr id="3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4294967295"/>
          </p:nvPr>
        </p:nvSpPr>
        <p:spPr>
          <a:xfrm>
            <a:off x="0" y="1338263"/>
            <a:ext cx="8769350" cy="5573712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Built between 1728–1734 by Maharaja Sawai Jai Singh II</a:t>
            </a:r>
          </a:p>
          <a:p>
            <a:r>
              <a:rPr lang="en-US" sz="2400" dirty="0"/>
              <a:t>Constructed to achieve more accurate astronomical observations</a:t>
            </a:r>
          </a:p>
          <a:p>
            <a:r>
              <a:rPr lang="en-US" sz="2400" dirty="0"/>
              <a:t>Inspired by ancient Indian astronomical texts</a:t>
            </a:r>
          </a:p>
          <a:p>
            <a:r>
              <a:rPr lang="en-US" sz="2400" dirty="0"/>
              <a:t>Part of a network of five observatories built across India</a:t>
            </a:r>
          </a:p>
          <a:p>
            <a:r>
              <a:rPr lang="en-US" sz="2400" dirty="0"/>
              <a:t>Reflects advanced 18th-century Indian scientific knowledge</a:t>
            </a:r>
          </a:p>
          <a:p>
            <a:endParaRPr lang="en-IN" dirty="0"/>
          </a:p>
        </p:txBody>
      </p:sp>
      <p:pic>
        <p:nvPicPr>
          <p:cNvPr id="1026" name="Picture 2" descr="Experience the Jantar Mantar in Jaipur | Incredible India">
            <a:extLst>
              <a:ext uri="{FF2B5EF4-FFF2-40B4-BE49-F238E27FC236}">
                <a16:creationId xmlns:a16="http://schemas.microsoft.com/office/drawing/2014/main" id="{06ACD1CA-D6AC-311A-81F7-721D95E4F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351" y="1585732"/>
            <a:ext cx="3175722" cy="34608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566" y="569794"/>
            <a:ext cx="6182868" cy="709683"/>
          </a:xfrm>
        </p:spPr>
        <p:txBody>
          <a:bodyPr>
            <a:no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DETAILS OF JANTAR MANTAR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9271"/>
            <a:ext cx="12192000" cy="500872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Built by Maharaja Sawai Jai Singh II between 1728–1734.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Located near City Palace, in the heart of Jaipur, Rajasthan.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Comprises 19 large astronomical instruments.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Instruments are made of stone and marble for naked-eye observations.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Designed to measure time, track planets, and predict eclipses.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Home to the Samrat Yantra, the world’s largest stone sundial.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Covers an area of approximately 18,700 square 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Declared a UNESCO World Heritage Site in 2010.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oup of people walking around a large building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" r="2144" b="-1"/>
          <a:stretch>
            <a:fillRect/>
          </a:stretch>
        </p:blipFill>
        <p:spPr>
          <a:xfrm>
            <a:off x="35772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13" name="Picture 12" descr="A stone structure with arches and a green lawn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" r="3" b="3"/>
          <a:stretch>
            <a:fillRect/>
          </a:stretch>
        </p:blipFill>
        <p:spPr>
          <a:xfrm>
            <a:off x="7822523" y="3456433"/>
            <a:ext cx="4369477" cy="3401568"/>
          </a:xfrm>
          <a:custGeom>
            <a:avLst/>
            <a:gdLst/>
            <a:ahLst/>
            <a:cxnLst/>
            <a:rect l="l" t="t" r="r" b="b"/>
            <a:pathLst>
              <a:path w="4369477" h="3401568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11" name="Picture 10" descr="A large stone structure with stairs with Jantar Mantar in the background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2" r="2" b="2"/>
          <a:stretch>
            <a:fillRect/>
          </a:stretch>
        </p:blipFill>
        <p:spPr>
          <a:xfrm>
            <a:off x="3630260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632" y="1485610"/>
            <a:ext cx="4386504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rPr>
              <a:t>IMAGES OF JANTAR MANTAR</a:t>
            </a:r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Jantar Mantar with a steep slope&#10;&#10;AI-generated content may be incorrect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6" r="19861" b="-2"/>
          <a:stretch>
            <a:fillRect/>
          </a:stretch>
        </p:blipFill>
        <p:spPr>
          <a:xfrm>
            <a:off x="7845207" y="10"/>
            <a:ext cx="4346795" cy="3401558"/>
          </a:xfrm>
          <a:custGeom>
            <a:avLst/>
            <a:gdLst/>
            <a:ahLst/>
            <a:cxnLst/>
            <a:rect l="l" t="t" r="r" b="b"/>
            <a:pathLst>
              <a:path w="4346795" h="3401568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arge airplane flying in the sky&#10;&#10;AI-generated content may be incorrect."/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886953" y="436278"/>
            <a:ext cx="6721072" cy="552734"/>
          </a:xfrm>
        </p:spPr>
        <p:txBody>
          <a:bodyPr>
            <a:no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DISTANCE FROM PORBANDER</a:t>
            </a:r>
            <a:endParaRPr lang="en-IN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body" sz="half" idx="2"/>
          </p:nvPr>
        </p:nvSpPr>
        <p:spPr bwMode="auto">
          <a:xfrm>
            <a:off x="333930" y="1213008"/>
            <a:ext cx="1163749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Road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Distance: Approx. 1,055 km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Time: Around 18–20 hours (via NH27)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Route: Porbandar → Rajkot → Udaipur → Kota → Jaipur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Train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Distance: Approx. 1,070 km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Time: Around 17–19 hours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Options: Porbandar–Delhi Sarai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Rohilla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Express (stops at Jaipur)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Air</a:t>
            </a: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Distance (direct line): Approx. 850 km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Time: Around 5–7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rge stone structure with stairs with Jantar Mantar in the background&#10;&#10;AI-generated content may be incorrect."/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376" y="457200"/>
            <a:ext cx="3932237" cy="907576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228546" cy="381158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gency FB" panose="020B0503020202020204" pitchFamily="34" charset="0"/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377DE9B-1E57-0FFF-CD12-DAE970177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166" y="2057400"/>
            <a:ext cx="107716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Showcases the 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geometry and trigonometry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large-scale instruments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Helped create more accurate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astronomical tables (Zij)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Instruments are aligned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cardinal directions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precision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Served as a center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royal scientific research and learning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Influenced the development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later observatories in India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large stone structure with stairs with Jantar Mantar in the background&#10;&#10;AI-generated content may be incorrect.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07575" y="2803644"/>
            <a:ext cx="10379123" cy="1563640"/>
          </a:xfrm>
        </p:spPr>
        <p:txBody>
          <a:bodyPr>
            <a:normAutofit/>
          </a:bodyPr>
          <a:lstStyle/>
          <a:p>
            <a:r>
              <a:rPr lang="en-IN" sz="9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339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Agency FB</vt:lpstr>
      <vt:lpstr>Algerian</vt:lpstr>
      <vt:lpstr>Aptos</vt:lpstr>
      <vt:lpstr>Aptos Display</vt:lpstr>
      <vt:lpstr>Arial</vt:lpstr>
      <vt:lpstr>Calibri</vt:lpstr>
      <vt:lpstr>Castellar</vt:lpstr>
      <vt:lpstr>Consolas</vt:lpstr>
      <vt:lpstr>Courier New</vt:lpstr>
      <vt:lpstr>Sitka Heading</vt:lpstr>
      <vt:lpstr>Wingdings</vt:lpstr>
      <vt:lpstr>Office Theme</vt:lpstr>
      <vt:lpstr>TOURISM PROJECT</vt:lpstr>
      <vt:lpstr>CONTENT</vt:lpstr>
      <vt:lpstr>LOCATION OF JANTAR MANTAR :- </vt:lpstr>
      <vt:lpstr>HISTORY OF JANTAR MANTAR</vt:lpstr>
      <vt:lpstr>DETAILS OF JANTAR MANTAR </vt:lpstr>
      <vt:lpstr>IMAGES OF JANTAR MANTAR</vt:lpstr>
      <vt:lpstr>DISTANCE FROM PORBANDER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Prasanta Jena</dc:creator>
  <cp:lastModifiedBy>NCS28</cp:lastModifiedBy>
  <cp:revision>4</cp:revision>
  <dcterms:created xsi:type="dcterms:W3CDTF">2025-06-12T16:05:00Z</dcterms:created>
  <dcterms:modified xsi:type="dcterms:W3CDTF">2026-01-30T06:34:42Z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EA3FB711448A4C89ACA5F98061BC527E_13</vt:lpwstr>
  </property>
  <property fmtid="{D5CDD505-2E9C-101B-9397-08002B2CF9AE}" pid="3" name="KSOProductBuildVer">
    <vt:lpwstr>1033-12.2.0.21546</vt:lpwstr>
  </property>
</Properties>
</file>