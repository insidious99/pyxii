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Arial Black" panose="020B0A04020102020204" pitchFamily="34" charset="0"/>
      <p:bold r:id="rId12"/>
    </p:embeddedFont>
    <p:embeddedFont>
      <p:font typeface="DM Sans" pitchFamily="2" charset="0"/>
      <p:regular r:id="rId13"/>
      <p:bold r:id="rId14"/>
    </p:embeddedFont>
    <p:embeddedFont>
      <p:font typeface="Libre Baskerville" panose="02000000000000000000" pitchFamily="2" charset="0"/>
      <p:regular r:id="rId15"/>
      <p:bold r:id="rId16"/>
      <p: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952145" y="2635251"/>
            <a:ext cx="7556421" cy="21263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800" b="1" u="sng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THE  GREAT  LIVING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4800" b="1" u="sng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 CHOLA  TEMPLES</a:t>
            </a:r>
            <a:endParaRPr lang="en-US" sz="4800" b="1" u="sng" dirty="0"/>
          </a:p>
        </p:txBody>
      </p:sp>
      <p:sp>
        <p:nvSpPr>
          <p:cNvPr id="4" name="Text 1"/>
          <p:cNvSpPr/>
          <p:nvPr/>
        </p:nvSpPr>
        <p:spPr>
          <a:xfrm>
            <a:off x="316712" y="7215700"/>
            <a:ext cx="7556421" cy="7705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Prepared By: Jenish Badarshahi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454240"/>
                </a:solidFill>
                <a:latin typeface="DM Sans" pitchFamily="34" charset="0"/>
              </a:rPr>
              <a:t>Class – 12 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93790" y="5458658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609361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1270040" y="6076712"/>
            <a:ext cx="1386007" cy="3968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67722" y="954042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u="sng" dirty="0">
                <a:solidFill>
                  <a:srgbClr val="5C4E3D"/>
                </a:solidFill>
                <a:latin typeface="Arial Black" panose="020B0A04020102020204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INDEX</a:t>
            </a:r>
            <a:endParaRPr lang="en-US" sz="4000" u="sng" dirty="0">
              <a:latin typeface="Arial Black" panose="020B0A040201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11249" y="2368847"/>
            <a:ext cx="6048437" cy="47475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just">
              <a:lnSpc>
                <a:spcPts val="2850"/>
              </a:lnSpc>
            </a:pPr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DM Sans" pitchFamily="34" charset="-122"/>
              <a:cs typeface="DM Sans" pitchFamily="34" charset="-120"/>
            </a:endParaRPr>
          </a:p>
          <a:p>
            <a:pPr marL="457200" indent="-457200" algn="just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DM Sans" pitchFamily="34" charset="-122"/>
                <a:cs typeface="DM Sans" pitchFamily="34" charset="-120"/>
              </a:rPr>
              <a:t>Location</a:t>
            </a:r>
          </a:p>
          <a:p>
            <a:pPr marL="457200" indent="-457200" algn="just">
              <a:lnSpc>
                <a:spcPts val="2850"/>
              </a:lnSpc>
              <a:buFont typeface="Wingdings" panose="05000000000000000000" pitchFamily="2" charset="2"/>
              <a:buChar char="Ø"/>
            </a:pPr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DM Sans" pitchFamily="34" charset="-122"/>
              <a:cs typeface="DM Sans" pitchFamily="34" charset="-120"/>
            </a:endParaRPr>
          </a:p>
          <a:p>
            <a:pPr marL="457200" indent="-457200" algn="just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DM Sans" pitchFamily="34" charset="-122"/>
                <a:cs typeface="DM Sans" pitchFamily="34" charset="-120"/>
              </a:rPr>
              <a:t>Glimpse into history</a:t>
            </a:r>
          </a:p>
          <a:p>
            <a:pPr marL="457200" indent="-457200" algn="just">
              <a:lnSpc>
                <a:spcPts val="2850"/>
              </a:lnSpc>
              <a:buFont typeface="Wingdings" panose="05000000000000000000" pitchFamily="2" charset="2"/>
              <a:buChar char="Ø"/>
            </a:pPr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DM Sans" pitchFamily="34" charset="-122"/>
              <a:cs typeface="DM Sans" pitchFamily="34" charset="-120"/>
            </a:endParaRPr>
          </a:p>
          <a:p>
            <a:pPr marL="457200" indent="-457200" algn="just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DM Sans" pitchFamily="34" charset="-122"/>
                <a:cs typeface="DM Sans" pitchFamily="34" charset="-120"/>
              </a:rPr>
              <a:t>Architectural grandeur</a:t>
            </a:r>
          </a:p>
          <a:p>
            <a:pPr marL="457200" indent="-457200" algn="just">
              <a:lnSpc>
                <a:spcPts val="2850"/>
              </a:lnSpc>
              <a:buFont typeface="Wingdings" panose="05000000000000000000" pitchFamily="2" charset="2"/>
              <a:buChar char="Ø"/>
            </a:pPr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DM Sans" pitchFamily="34" charset="-122"/>
              <a:cs typeface="DM Sans" pitchFamily="34" charset="-120"/>
            </a:endParaRPr>
          </a:p>
          <a:p>
            <a:pPr marL="457200" indent="-457200" algn="just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Specialities of temples</a:t>
            </a:r>
          </a:p>
          <a:p>
            <a:pPr marL="457200" indent="-457200" algn="just">
              <a:lnSpc>
                <a:spcPts val="2850"/>
              </a:lnSpc>
              <a:buFont typeface="Wingdings" panose="05000000000000000000" pitchFamily="2" charset="2"/>
              <a:buChar char="Ø"/>
            </a:pPr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DM Sans" pitchFamily="34" charset="-122"/>
              <a:cs typeface="DM Sans" pitchFamily="34" charset="-120"/>
            </a:endParaRPr>
          </a:p>
          <a:p>
            <a:pPr marL="457200" indent="-457200" algn="just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DM Sans" pitchFamily="34" charset="-122"/>
                <a:cs typeface="DM Sans" pitchFamily="34" charset="-120"/>
              </a:rPr>
              <a:t>Exploration of temples</a:t>
            </a:r>
          </a:p>
          <a:p>
            <a:pPr marL="457200" indent="-457200" algn="just">
              <a:lnSpc>
                <a:spcPts val="2850"/>
              </a:lnSpc>
              <a:buFont typeface="Wingdings" panose="05000000000000000000" pitchFamily="2" charset="2"/>
              <a:buChar char="Ø"/>
            </a:pPr>
            <a:endParaRPr lang="en-US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DM Sans" pitchFamily="34" charset="-122"/>
              <a:cs typeface="DM Sans" pitchFamily="34" charset="-120"/>
            </a:endParaRPr>
          </a:p>
          <a:p>
            <a:pPr marL="457200" indent="-457200" algn="just"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DM Sans" pitchFamily="34" charset="-122"/>
                <a:cs typeface="DM Sans" pitchFamily="34" charset="-120"/>
              </a:rPr>
              <a:t>Bibliography</a:t>
            </a:r>
          </a:p>
        </p:txBody>
      </p:sp>
      <p:sp>
        <p:nvSpPr>
          <p:cNvPr id="8" name="Text 6"/>
          <p:cNvSpPr/>
          <p:nvPr/>
        </p:nvSpPr>
        <p:spPr>
          <a:xfrm>
            <a:off x="2711250" y="3849765"/>
            <a:ext cx="372749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2711250" y="3543255"/>
            <a:ext cx="372749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endParaRPr lang="en-US" sz="1750" dirty="0">
              <a:latin typeface="DM Sans" pitchFamily="2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28224" y="5736265"/>
            <a:ext cx="3727490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DM Sans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16433" y="1169362"/>
            <a:ext cx="754820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b="1" u="sng" dirty="0">
                <a:solidFill>
                  <a:srgbClr val="5C4E3D"/>
                </a:solidFill>
                <a:latin typeface="Arial Black" panose="020B0A04020102020204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LOCATION</a:t>
            </a:r>
            <a:endParaRPr lang="en-US" sz="6000" b="1" u="sng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61735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Geography</a:t>
            </a:r>
            <a:endParaRPr lang="en-US" sz="2200" u="sng" dirty="0"/>
          </a:p>
        </p:txBody>
      </p:sp>
      <p:sp>
        <p:nvSpPr>
          <p:cNvPr id="4" name="Text 2"/>
          <p:cNvSpPr/>
          <p:nvPr/>
        </p:nvSpPr>
        <p:spPr>
          <a:xfrm>
            <a:off x="793790" y="4198501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temples are located in Tamil Nadu, southern India.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65477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Distance from Porbandar is about 2,200 kilometers.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61735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Travel Route</a:t>
            </a:r>
            <a:endParaRPr lang="en-US" sz="2200" u="sng" dirty="0"/>
          </a:p>
        </p:txBody>
      </p:sp>
      <p:sp>
        <p:nvSpPr>
          <p:cNvPr id="7" name="Text 5"/>
          <p:cNvSpPr/>
          <p:nvPr/>
        </p:nvSpPr>
        <p:spPr>
          <a:xfrm>
            <a:off x="7599521" y="4198501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Porbandar to Rajkot by rail or road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Fly from Rajkot  to Chennai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945393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Continue by road or rail to temple sites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0" y="5445799"/>
            <a:ext cx="62447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 temples: Thanjavur, Gangaikonda Cholapuram, Darasuram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754023" y="884515"/>
            <a:ext cx="6374487" cy="6732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000" u="sng" dirty="0">
                <a:solidFill>
                  <a:srgbClr val="5C4E3D"/>
                </a:solidFill>
                <a:latin typeface="Arial Black" panose="020B0A04020102020204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 GLIMPSE INTO HISTORY</a:t>
            </a:r>
            <a:endParaRPr lang="en-US" sz="4000" u="sng" dirty="0">
              <a:latin typeface="Arial Black" panose="020B0A04020102020204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23" y="1880949"/>
            <a:ext cx="1077278" cy="12926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436" y="2096333"/>
            <a:ext cx="2693194" cy="336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Chola Dynasty Era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2154436" y="2562106"/>
            <a:ext cx="6235541" cy="3448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Ruled from 9th to 13th century CE in South India.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023" y="3173611"/>
            <a:ext cx="1077278" cy="12926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436" y="3388995"/>
            <a:ext cx="2693194" cy="336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Golden Age Rulers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2154436" y="3854768"/>
            <a:ext cx="6235541" cy="3448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Raja Raja I and Rajendra I led political and cultural expansion.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023" y="4466273"/>
            <a:ext cx="1077278" cy="12926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436" y="4681657"/>
            <a:ext cx="3138130" cy="336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Cultural Achievements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2154436" y="5147429"/>
            <a:ext cx="6235541" cy="3448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Maritime power, temple building, and thriving trade networks.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023" y="5758934"/>
            <a:ext cx="1077278" cy="158615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154436" y="5974318"/>
            <a:ext cx="2693194" cy="336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Temple Legacy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2154436" y="6440091"/>
            <a:ext cx="6235541" cy="689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Brihadeeswarar Temple commissioned in 1010 CE as a grand imperial symbol.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6280190" y="684609"/>
            <a:ext cx="6784419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u="sng" dirty="0">
                <a:solidFill>
                  <a:srgbClr val="5C4E3D"/>
                </a:solidFill>
                <a:latin typeface="Arial Black" panose="020B0A04020102020204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ARCHITECTURAL GRANDEUR</a:t>
            </a:r>
            <a:endParaRPr lang="en-US" sz="4000" u="sng" dirty="0">
              <a:latin typeface="Arial Black" panose="020B0A040201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173355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1776055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17306" y="181141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Dravidian Style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017306" y="2301835"/>
            <a:ext cx="681930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Heightened vimanas and elaborate stone carvings define the style.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6280190" y="34812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3523774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17306" y="3559135"/>
            <a:ext cx="304264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Engineering Mastery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017306" y="4049554"/>
            <a:ext cx="681930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Massive granite stones assembled without mortar.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6280190" y="48660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4908590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17306" y="494395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Iconic Structures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017306" y="5434370"/>
            <a:ext cx="681930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Brihadeeswarar’s 66-meter vimana is among the tallest of its kind.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6280190" y="661380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6656308"/>
            <a:ext cx="340162" cy="42529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017306" y="669167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Artistic Excellence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7017306" y="7182088"/>
            <a:ext cx="681930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temples reflect Chola’s cultural and imperial ambitions.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">
            <a:extLst>
              <a:ext uri="{FF2B5EF4-FFF2-40B4-BE49-F238E27FC236}">
                <a16:creationId xmlns:a16="http://schemas.microsoft.com/office/drawing/2014/main" id="{2D127654-E45F-D057-5C49-307BC1573292}"/>
              </a:ext>
            </a:extLst>
          </p:cNvPr>
          <p:cNvSpPr/>
          <p:nvPr/>
        </p:nvSpPr>
        <p:spPr>
          <a:xfrm>
            <a:off x="10678517" y="3368576"/>
            <a:ext cx="3180715" cy="2402324"/>
          </a:xfrm>
          <a:prstGeom prst="roundRect">
            <a:avLst>
              <a:gd name="adj" fmla="val 396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2833ED9A-7305-487A-E4B8-1E6575E0752D}"/>
              </a:ext>
            </a:extLst>
          </p:cNvPr>
          <p:cNvSpPr/>
          <p:nvPr/>
        </p:nvSpPr>
        <p:spPr>
          <a:xfrm>
            <a:off x="7312712" y="3404233"/>
            <a:ext cx="3071496" cy="1777368"/>
          </a:xfrm>
          <a:prstGeom prst="roundRect">
            <a:avLst>
              <a:gd name="adj" fmla="val 396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C7FEE266-37CF-A0B1-91F4-1381119A1210}"/>
              </a:ext>
            </a:extLst>
          </p:cNvPr>
          <p:cNvSpPr/>
          <p:nvPr/>
        </p:nvSpPr>
        <p:spPr>
          <a:xfrm>
            <a:off x="369315" y="3418160"/>
            <a:ext cx="3071496" cy="1877383"/>
          </a:xfrm>
          <a:prstGeom prst="roundRect">
            <a:avLst>
              <a:gd name="adj" fmla="val 396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7F1CF3D8-3A87-7C96-3C45-490E99471F15}"/>
              </a:ext>
            </a:extLst>
          </p:cNvPr>
          <p:cNvSpPr/>
          <p:nvPr/>
        </p:nvSpPr>
        <p:spPr>
          <a:xfrm>
            <a:off x="4063859" y="3418160"/>
            <a:ext cx="2814019" cy="2015231"/>
          </a:xfrm>
          <a:prstGeom prst="roundRect">
            <a:avLst>
              <a:gd name="adj" fmla="val 396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3178373" y="1298335"/>
            <a:ext cx="7735253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u="sng" dirty="0">
                <a:solidFill>
                  <a:srgbClr val="5C4E3D"/>
                </a:solidFill>
                <a:latin typeface="Arial Black" panose="020B0A04020102020204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SPECIALITIES OF THE TEMPLES</a:t>
            </a:r>
            <a:endParaRPr lang="en-US" sz="4000" u="sng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Brihadeeswarar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2845594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 vimana's shadow never touches ground.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634264"/>
            <a:ext cx="2845594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Gangaikonda Cholapuram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586883"/>
            <a:ext cx="2845594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Rich sculptures portraying Chola life and legends.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63426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Airavatesvara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215408"/>
            <a:ext cx="2845594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Musical steps produce notes when tapped.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63426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World Heritage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215408"/>
            <a:ext cx="2845594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three are UNESCO World Heritage Sites showcasing art and devotion.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6280190" y="1260277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000" dirty="0">
                <a:solidFill>
                  <a:srgbClr val="5C4E3D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 </a:t>
            </a:r>
            <a:r>
              <a:rPr lang="en-US" sz="4000" b="1" u="sng" dirty="0">
                <a:solidFill>
                  <a:srgbClr val="5C4E3D"/>
                </a:solidFill>
                <a:latin typeface="Arial Black" panose="020B0A04020102020204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EXPLORATION OF TEMPLES</a:t>
            </a:r>
            <a:endParaRPr lang="en-US" sz="4000" b="1" u="sng" dirty="0">
              <a:latin typeface="Arial Black" panose="020B0A040201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3017996"/>
            <a:ext cx="3664863" cy="2402324"/>
          </a:xfrm>
          <a:prstGeom prst="roundRect">
            <a:avLst>
              <a:gd name="adj" fmla="val 396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514624" y="3252430"/>
            <a:ext cx="3195995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Brihadeeswarar Temple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4097179"/>
            <a:ext cx="319599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Dedicated to Lord Shiva with an enormous Nandi bull statue.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017996"/>
            <a:ext cx="3664863" cy="2402324"/>
          </a:xfrm>
          <a:prstGeom prst="roundRect">
            <a:avLst>
              <a:gd name="adj" fmla="val 3966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0406301" y="3252430"/>
            <a:ext cx="3195995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Gangaikonda Cholapuram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4097179"/>
            <a:ext cx="319599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Rajendra I’s capital symbolizing his conquests in North India.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6471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514624" y="5881568"/>
            <a:ext cx="312336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Airavatesvara Temple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371987"/>
            <a:ext cx="708755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Smaller but richly detailed shrine dedicated to Lord Shiva.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32121" y="970194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u="sng" dirty="0">
                <a:solidFill>
                  <a:srgbClr val="5C4E3D"/>
                </a:solidFill>
                <a:latin typeface="Arial Black" panose="020B0A04020102020204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BIBLIOGRAPH</a:t>
            </a:r>
            <a:r>
              <a:rPr lang="en-US" sz="4450" u="sng" dirty="0">
                <a:solidFill>
                  <a:srgbClr val="5C4E3D"/>
                </a:solidFill>
                <a:latin typeface="Arial Black" panose="020B0A04020102020204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Y</a:t>
            </a:r>
            <a:endParaRPr lang="en-US" sz="4450" u="sng" dirty="0">
              <a:latin typeface="Arial Black" panose="020B0A040201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26312" y="2808462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Archaeological Survey of India reports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26311" y="3533655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"History and Culture of Tamil Nadu" by Chithra Madhavan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26312" y="4147092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UNESCO World Heritage descriptions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26310" y="4816407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"Early Chola Art" by Douglas Barrett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26312" y="5485722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Research papers from journals like "Artibus Asiae"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4159842" y="5039082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600" dirty="0">
                <a:solidFill>
                  <a:srgbClr val="5C4E3D"/>
                </a:solidFill>
                <a:latin typeface="Arial Black" panose="020B0A04020102020204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THANK YOU</a:t>
            </a:r>
            <a:endParaRPr lang="en-US" sz="6600" dirty="0">
              <a:latin typeface="Arial Black" panose="020B0A040201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5566410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322</Words>
  <Application>Microsoft Office PowerPoint</Application>
  <PresentationFormat>Custom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DM Sans</vt:lpstr>
      <vt:lpstr>Arial</vt:lpstr>
      <vt:lpstr>Libre Baskerville</vt:lpstr>
      <vt:lpstr>Wingdings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NCS22</cp:lastModifiedBy>
  <cp:revision>7</cp:revision>
  <dcterms:created xsi:type="dcterms:W3CDTF">2025-05-28T07:49:00Z</dcterms:created>
  <dcterms:modified xsi:type="dcterms:W3CDTF">2026-01-30T06:26:15Z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4A182E18A3C1473AB0AF102BAE32C6E3_13</vt:lpwstr>
  </property>
  <property fmtid="{D5CDD505-2E9C-101B-9397-08002B2CF9AE}" pid="3" name="KSOProductBuildVer">
    <vt:lpwstr>1033-12.2.0.21546</vt:lpwstr>
  </property>
</Properties>
</file>