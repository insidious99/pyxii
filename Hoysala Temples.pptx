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metadata/core-properties" Target="docProps/core0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68" r:id="rId3"/>
    <p:sldId id="258" r:id="rId4"/>
    <p:sldId id="257" r:id="rId5"/>
    <p:sldId id="259" r:id="rId6"/>
    <p:sldId id="260" r:id="rId7"/>
    <p:sldId id="261" r:id="rId8"/>
    <p:sldId id="262" r:id="rId9"/>
    <p:sldId id="263" r:id="rId10"/>
    <p:sldId id="269" r:id="rId11"/>
    <p:sldId id="264" r:id="rId12"/>
    <p:sldId id="266" r:id="rId13"/>
    <p:sldId id="267" r:id="rId14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A59AF7E-14A2-4EF3-8AFC-ACDDFB2DE0AD}">
          <p14:sldIdLst>
            <p14:sldId id="256"/>
            <p14:sldId id="268"/>
            <p14:sldId id="258"/>
            <p14:sldId id="257"/>
            <p14:sldId id="259"/>
            <p14:sldId id="260"/>
            <p14:sldId id="261"/>
            <p14:sldId id="262"/>
            <p14:sldId id="263"/>
            <p14:sldId id="269"/>
            <p14:sldId id="264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1170D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1061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27AE97-593E-4F31-88EF-88FF587F8033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E97208-E5FD-4C4C-90FE-58BEAC90FD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20529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66560" y="1174320"/>
            <a:ext cx="4543200" cy="193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220360" y="281520"/>
            <a:ext cx="3359520" cy="4680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85000"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284120" y="1953000"/>
            <a:ext cx="6575760" cy="799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boreto"/>
                <a:ea typeface="Aboreto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2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228600" y="154800"/>
            <a:ext cx="868680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" name="PlaceHolder 2"/>
          <p:cNvSpPr>
            <a:spLocks noGrp="1"/>
          </p:cNvSpPr>
          <p:nvPr>
            <p:ph type="title"/>
          </p:nvPr>
        </p:nvSpPr>
        <p:spPr>
          <a:xfrm>
            <a:off x="157680" y="354888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boreto"/>
                <a:ea typeface="Aboreto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title"/>
          </p:nvPr>
        </p:nvSpPr>
        <p:spPr>
          <a:xfrm>
            <a:off x="157680" y="211968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boreto"/>
                <a:ea typeface="Aboreto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title"/>
          </p:nvPr>
        </p:nvSpPr>
        <p:spPr>
          <a:xfrm>
            <a:off x="158760" y="1405440"/>
            <a:ext cx="86400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boreto"/>
                <a:ea typeface="Aboreto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title"/>
          </p:nvPr>
        </p:nvSpPr>
        <p:spPr>
          <a:xfrm>
            <a:off x="157680" y="283428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boreto"/>
                <a:ea typeface="Aboreto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6"/>
          <p:cNvSpPr>
            <a:spLocks noGrp="1"/>
          </p:cNvSpPr>
          <p:nvPr>
            <p:ph type="title"/>
          </p:nvPr>
        </p:nvSpPr>
        <p:spPr>
          <a:xfrm>
            <a:off x="5210640" y="211968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boreto"/>
                <a:ea typeface="Aboreto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7"/>
          <p:cNvSpPr>
            <a:spLocks noGrp="1"/>
          </p:cNvSpPr>
          <p:nvPr>
            <p:ph type="title"/>
          </p:nvPr>
        </p:nvSpPr>
        <p:spPr>
          <a:xfrm>
            <a:off x="5210640" y="283428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boreto"/>
                <a:ea typeface="Aboreto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8"/>
          <p:cNvSpPr>
            <a:spLocks noGrp="1"/>
          </p:cNvSpPr>
          <p:nvPr>
            <p:ph type="title"/>
          </p:nvPr>
        </p:nvSpPr>
        <p:spPr>
          <a:xfrm>
            <a:off x="5210640" y="354888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boreto"/>
                <a:ea typeface="Aboreto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9"/>
          <p:cNvSpPr>
            <a:spLocks noGrp="1"/>
          </p:cNvSpPr>
          <p:nvPr>
            <p:ph type="title"/>
          </p:nvPr>
        </p:nvSpPr>
        <p:spPr>
          <a:xfrm>
            <a:off x="5210640" y="140544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boreto"/>
                <a:ea typeface="Aboreto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516680" y="480960"/>
            <a:ext cx="6901560" cy="1753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3998160" cy="1815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1019880" y="2422440"/>
            <a:ext cx="3823920" cy="2081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715720" y="0"/>
            <a:ext cx="342792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2859840" y="2552760"/>
            <a:ext cx="51012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boreto"/>
                <a:ea typeface="Aboreto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title"/>
          </p:nvPr>
        </p:nvSpPr>
        <p:spPr>
          <a:xfrm>
            <a:off x="2860200" y="1207800"/>
            <a:ext cx="50940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boreto"/>
                <a:ea typeface="Aboreto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title"/>
          </p:nvPr>
        </p:nvSpPr>
        <p:spPr>
          <a:xfrm>
            <a:off x="2860200" y="3897720"/>
            <a:ext cx="51012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boreto"/>
                <a:ea typeface="Aboreto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4" name="PlaceHolder 2"/>
          <p:cNvSpPr>
            <a:spLocks noGrp="1"/>
          </p:cNvSpPr>
          <p:nvPr>
            <p:ph type="title"/>
          </p:nvPr>
        </p:nvSpPr>
        <p:spPr>
          <a:xfrm>
            <a:off x="6053760" y="356832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boreto"/>
                <a:ea typeface="Aboreto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title"/>
          </p:nvPr>
        </p:nvSpPr>
        <p:spPr>
          <a:xfrm>
            <a:off x="6053760" y="183996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boreto"/>
                <a:ea typeface="Aboreto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title"/>
          </p:nvPr>
        </p:nvSpPr>
        <p:spPr>
          <a:xfrm>
            <a:off x="3381480" y="1840320"/>
            <a:ext cx="86400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boreto"/>
                <a:ea typeface="Aboreto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title"/>
          </p:nvPr>
        </p:nvSpPr>
        <p:spPr>
          <a:xfrm>
            <a:off x="3381480" y="356832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boreto"/>
                <a:ea typeface="Aboreto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title"/>
          </p:nvPr>
        </p:nvSpPr>
        <p:spPr>
          <a:xfrm>
            <a:off x="709200" y="183996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boreto"/>
                <a:ea typeface="Aboreto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7"/>
          <p:cNvSpPr>
            <a:spLocks noGrp="1"/>
          </p:cNvSpPr>
          <p:nvPr>
            <p:ph type="title"/>
          </p:nvPr>
        </p:nvSpPr>
        <p:spPr>
          <a:xfrm>
            <a:off x="709200" y="356832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boreto"/>
                <a:ea typeface="Aboreto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body"/>
          </p:nvPr>
        </p:nvSpPr>
        <p:spPr>
          <a:xfrm>
            <a:off x="7200" y="7200"/>
            <a:ext cx="347292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1" name="PlaceHolder 2"/>
          <p:cNvSpPr>
            <a:spLocks noGrp="1"/>
          </p:cNvSpPr>
          <p:nvPr>
            <p:ph type="title"/>
          </p:nvPr>
        </p:nvSpPr>
        <p:spPr>
          <a:xfrm>
            <a:off x="4064760" y="921240"/>
            <a:ext cx="4463280" cy="754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500" b="0" u="none" strike="noStrike">
                <a:solidFill>
                  <a:schemeClr val="accent1"/>
                </a:solidFill>
                <a:effectLst/>
                <a:uFillTx/>
                <a:latin typeface="Aboreto"/>
                <a:ea typeface="Aboreto"/>
              </a:rPr>
              <a:t>xx%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title"/>
          </p:nvPr>
        </p:nvSpPr>
        <p:spPr>
          <a:xfrm>
            <a:off x="4064760" y="2920680"/>
            <a:ext cx="4463280" cy="754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500" b="0" u="none" strike="noStrike">
                <a:solidFill>
                  <a:schemeClr val="dk1"/>
                </a:solidFill>
                <a:effectLst/>
                <a:uFillTx/>
                <a:latin typeface="Aboreto"/>
                <a:ea typeface="Aboreto"/>
              </a:rPr>
              <a:t>xx%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5912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4" name="PlaceHolder 2"/>
          <p:cNvSpPr>
            <a:spLocks noGrp="1"/>
          </p:cNvSpPr>
          <p:nvPr>
            <p:ph type="title"/>
          </p:nvPr>
        </p:nvSpPr>
        <p:spPr>
          <a:xfrm>
            <a:off x="1902240" y="917640"/>
            <a:ext cx="6354000" cy="223596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5" name="PlaceHolder 3"/>
          <p:cNvSpPr>
            <a:spLocks noGrp="1"/>
          </p:cNvSpPr>
          <p:nvPr>
            <p:ph type="title"/>
          </p:nvPr>
        </p:nvSpPr>
        <p:spPr>
          <a:xfrm>
            <a:off x="771120" y="812880"/>
            <a:ext cx="1267920" cy="126936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boreto"/>
                <a:ea typeface="Aboreto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2202840" y="763920"/>
            <a:ext cx="5089680" cy="694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7" name="Google Shape;105;p21"/>
          <p:cNvSpPr/>
          <p:nvPr/>
        </p:nvSpPr>
        <p:spPr>
          <a:xfrm>
            <a:off x="2953080" y="3561840"/>
            <a:ext cx="3589920" cy="55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" sz="1000" b="1" u="none" strike="noStrike">
                <a:solidFill>
                  <a:schemeClr val="dk1"/>
                </a:solidFill>
                <a:effectLst/>
                <a:uFillTx/>
                <a:latin typeface="Alegreya Sans"/>
                <a:ea typeface="Alegreya Sans"/>
              </a:rPr>
              <a:t>CREDITS: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legreya Sans"/>
                <a:ea typeface="Alegreya Sans"/>
              </a:rPr>
              <a:t> This presentation template was created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Alegreya Sans"/>
                <a:ea typeface="Alegreya Sans"/>
                <a:hlinkClick r:id="rId2"/>
              </a:rPr>
              <a:t>Slidesgo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legreya Sans"/>
                <a:ea typeface="Alegreya Sans"/>
              </a:rPr>
              <a:t>, and includes icons, infographics &amp; images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Alegreya Sans"/>
                <a:ea typeface="Alegreya Sans"/>
                <a:hlinkClick r:id="rId3"/>
              </a:rPr>
              <a:t>Freepik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legreya Sans"/>
                <a:ea typeface="Alegreya Sans"/>
              </a:rPr>
              <a:t> 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38" name="Google Shape;106;p21"/>
          <p:cNvGrpSpPr/>
          <p:nvPr/>
        </p:nvGrpSpPr>
        <p:grpSpPr>
          <a:xfrm>
            <a:off x="-1551960" y="-58320"/>
            <a:ext cx="4029120" cy="5263200"/>
            <a:chOff x="-1551960" y="-58320"/>
            <a:chExt cx="4029120" cy="5263200"/>
          </a:xfrm>
        </p:grpSpPr>
        <p:sp>
          <p:nvSpPr>
            <p:cNvPr id="39" name="Google Shape;107;p21"/>
            <p:cNvSpPr/>
            <p:nvPr/>
          </p:nvSpPr>
          <p:spPr>
            <a:xfrm>
              <a:off x="-1551960" y="-58320"/>
              <a:ext cx="4029120" cy="5263200"/>
            </a:xfrm>
            <a:custGeom>
              <a:avLst/>
              <a:gdLst>
                <a:gd name="textAreaLeft" fmla="*/ 0 w 4029120"/>
                <a:gd name="textAreaRight" fmla="*/ 4029480 w 4029120"/>
                <a:gd name="textAreaTop" fmla="*/ 0 h 5263200"/>
                <a:gd name="textAreaBottom" fmla="*/ 5263560 h 5263200"/>
              </a:gdLst>
              <a:ahLst/>
              <a:cxnLst/>
              <a:rect l="textAreaLeft" t="textAreaTop" r="textAreaRight" b="textAreaBottom"/>
              <a:pathLst>
                <a:path w="5250243" h="6858000">
                  <a:moveTo>
                    <a:pt x="3848989" y="6719189"/>
                  </a:moveTo>
                  <a:lnTo>
                    <a:pt x="5250244" y="6858000"/>
                  </a:lnTo>
                  <a:lnTo>
                    <a:pt x="0" y="6858000"/>
                  </a:lnTo>
                  <a:lnTo>
                    <a:pt x="1401255" y="6719189"/>
                  </a:lnTo>
                  <a:cubicBezTo>
                    <a:pt x="1975358" y="6662356"/>
                    <a:pt x="2429510" y="6208205"/>
                    <a:pt x="2486343" y="5634101"/>
                  </a:cubicBezTo>
                  <a:lnTo>
                    <a:pt x="2609279" y="4392676"/>
                  </a:lnTo>
                  <a:lnTo>
                    <a:pt x="2565718" y="3952558"/>
                  </a:lnTo>
                  <a:cubicBezTo>
                    <a:pt x="2541397" y="3707003"/>
                    <a:pt x="2347087" y="3512693"/>
                    <a:pt x="2101533" y="3488372"/>
                  </a:cubicBezTo>
                  <a:lnTo>
                    <a:pt x="1501585" y="3429000"/>
                  </a:lnTo>
                  <a:lnTo>
                    <a:pt x="2101533" y="3369564"/>
                  </a:lnTo>
                  <a:cubicBezTo>
                    <a:pt x="2347087" y="3345244"/>
                    <a:pt x="2541397" y="3150997"/>
                    <a:pt x="2565718" y="2905379"/>
                  </a:cubicBezTo>
                  <a:lnTo>
                    <a:pt x="2608580" y="2472246"/>
                  </a:lnTo>
                  <a:lnTo>
                    <a:pt x="2486343" y="1237869"/>
                  </a:lnTo>
                  <a:cubicBezTo>
                    <a:pt x="2429510" y="663766"/>
                    <a:pt x="1975358" y="209613"/>
                    <a:pt x="1401255" y="152718"/>
                  </a:cubicBezTo>
                  <a:lnTo>
                    <a:pt x="0" y="13970"/>
                  </a:lnTo>
                  <a:lnTo>
                    <a:pt x="141224" y="0"/>
                  </a:lnTo>
                  <a:lnTo>
                    <a:pt x="5109020" y="0"/>
                  </a:lnTo>
                  <a:lnTo>
                    <a:pt x="5250244" y="13970"/>
                  </a:lnTo>
                  <a:lnTo>
                    <a:pt x="3848989" y="152718"/>
                  </a:lnTo>
                  <a:cubicBezTo>
                    <a:pt x="3274886" y="209613"/>
                    <a:pt x="2820734" y="663766"/>
                    <a:pt x="2763901" y="1237869"/>
                  </a:cubicBezTo>
                  <a:lnTo>
                    <a:pt x="2641664" y="2472246"/>
                  </a:lnTo>
                  <a:lnTo>
                    <a:pt x="2684526" y="2905379"/>
                  </a:lnTo>
                  <a:cubicBezTo>
                    <a:pt x="2708847" y="3150997"/>
                    <a:pt x="2903157" y="3345244"/>
                    <a:pt x="3148711" y="3369564"/>
                  </a:cubicBezTo>
                  <a:lnTo>
                    <a:pt x="3748659" y="3429000"/>
                  </a:lnTo>
                  <a:lnTo>
                    <a:pt x="3148711" y="3488372"/>
                  </a:lnTo>
                  <a:cubicBezTo>
                    <a:pt x="2903157" y="3512693"/>
                    <a:pt x="2708847" y="3707003"/>
                    <a:pt x="2684526" y="3952558"/>
                  </a:cubicBezTo>
                  <a:lnTo>
                    <a:pt x="2640965" y="4392676"/>
                  </a:lnTo>
                  <a:lnTo>
                    <a:pt x="2763901" y="5634101"/>
                  </a:lnTo>
                  <a:cubicBezTo>
                    <a:pt x="2820734" y="6208205"/>
                    <a:pt x="3274886" y="6662356"/>
                    <a:pt x="3848989" y="6719189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9EDD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" name="Google Shape;108;p21"/>
            <p:cNvSpPr/>
            <p:nvPr/>
          </p:nvSpPr>
          <p:spPr>
            <a:xfrm>
              <a:off x="376200" y="2485080"/>
              <a:ext cx="172800" cy="172800"/>
            </a:xfrm>
            <a:prstGeom prst="star4">
              <a:avLst>
                <a:gd name="adj" fmla="val 25578"/>
              </a:avLst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1320" bIns="3132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oogle Shape;110;p22"/>
          <p:cNvGrpSpPr/>
          <p:nvPr/>
        </p:nvGrpSpPr>
        <p:grpSpPr>
          <a:xfrm>
            <a:off x="-1551960" y="-58320"/>
            <a:ext cx="4029120" cy="5263200"/>
            <a:chOff x="-1551960" y="-58320"/>
            <a:chExt cx="4029120" cy="5263200"/>
          </a:xfrm>
        </p:grpSpPr>
        <p:sp>
          <p:nvSpPr>
            <p:cNvPr id="42" name="Google Shape;111;p22"/>
            <p:cNvSpPr/>
            <p:nvPr/>
          </p:nvSpPr>
          <p:spPr>
            <a:xfrm>
              <a:off x="-1551960" y="-58320"/>
              <a:ext cx="4029120" cy="5263200"/>
            </a:xfrm>
            <a:custGeom>
              <a:avLst/>
              <a:gdLst>
                <a:gd name="textAreaLeft" fmla="*/ 0 w 4029120"/>
                <a:gd name="textAreaRight" fmla="*/ 4029480 w 4029120"/>
                <a:gd name="textAreaTop" fmla="*/ 0 h 5263200"/>
                <a:gd name="textAreaBottom" fmla="*/ 5263560 h 5263200"/>
              </a:gdLst>
              <a:ahLst/>
              <a:cxnLst/>
              <a:rect l="textAreaLeft" t="textAreaTop" r="textAreaRight" b="textAreaBottom"/>
              <a:pathLst>
                <a:path w="5250243" h="6858000">
                  <a:moveTo>
                    <a:pt x="3848989" y="6719189"/>
                  </a:moveTo>
                  <a:lnTo>
                    <a:pt x="5250244" y="6858000"/>
                  </a:lnTo>
                  <a:lnTo>
                    <a:pt x="0" y="6858000"/>
                  </a:lnTo>
                  <a:lnTo>
                    <a:pt x="1401255" y="6719189"/>
                  </a:lnTo>
                  <a:cubicBezTo>
                    <a:pt x="1975358" y="6662356"/>
                    <a:pt x="2429510" y="6208205"/>
                    <a:pt x="2486343" y="5634101"/>
                  </a:cubicBezTo>
                  <a:lnTo>
                    <a:pt x="2609279" y="4392676"/>
                  </a:lnTo>
                  <a:lnTo>
                    <a:pt x="2565718" y="3952558"/>
                  </a:lnTo>
                  <a:cubicBezTo>
                    <a:pt x="2541397" y="3707003"/>
                    <a:pt x="2347087" y="3512693"/>
                    <a:pt x="2101533" y="3488372"/>
                  </a:cubicBezTo>
                  <a:lnTo>
                    <a:pt x="1501585" y="3429000"/>
                  </a:lnTo>
                  <a:lnTo>
                    <a:pt x="2101533" y="3369564"/>
                  </a:lnTo>
                  <a:cubicBezTo>
                    <a:pt x="2347087" y="3345244"/>
                    <a:pt x="2541397" y="3150997"/>
                    <a:pt x="2565718" y="2905379"/>
                  </a:cubicBezTo>
                  <a:lnTo>
                    <a:pt x="2608580" y="2472246"/>
                  </a:lnTo>
                  <a:lnTo>
                    <a:pt x="2486343" y="1237869"/>
                  </a:lnTo>
                  <a:cubicBezTo>
                    <a:pt x="2429510" y="663766"/>
                    <a:pt x="1975358" y="209613"/>
                    <a:pt x="1401255" y="152718"/>
                  </a:cubicBezTo>
                  <a:lnTo>
                    <a:pt x="0" y="13970"/>
                  </a:lnTo>
                  <a:lnTo>
                    <a:pt x="141224" y="0"/>
                  </a:lnTo>
                  <a:lnTo>
                    <a:pt x="5109020" y="0"/>
                  </a:lnTo>
                  <a:lnTo>
                    <a:pt x="5250244" y="13970"/>
                  </a:lnTo>
                  <a:lnTo>
                    <a:pt x="3848989" y="152718"/>
                  </a:lnTo>
                  <a:cubicBezTo>
                    <a:pt x="3274886" y="209613"/>
                    <a:pt x="2820734" y="663766"/>
                    <a:pt x="2763901" y="1237869"/>
                  </a:cubicBezTo>
                  <a:lnTo>
                    <a:pt x="2641664" y="2472246"/>
                  </a:lnTo>
                  <a:lnTo>
                    <a:pt x="2684526" y="2905379"/>
                  </a:lnTo>
                  <a:cubicBezTo>
                    <a:pt x="2708847" y="3150997"/>
                    <a:pt x="2903157" y="3345244"/>
                    <a:pt x="3148711" y="3369564"/>
                  </a:cubicBezTo>
                  <a:lnTo>
                    <a:pt x="3748659" y="3429000"/>
                  </a:lnTo>
                  <a:lnTo>
                    <a:pt x="3148711" y="3488372"/>
                  </a:lnTo>
                  <a:cubicBezTo>
                    <a:pt x="2903157" y="3512693"/>
                    <a:pt x="2708847" y="3707003"/>
                    <a:pt x="2684526" y="3952558"/>
                  </a:cubicBezTo>
                  <a:lnTo>
                    <a:pt x="2640965" y="4392676"/>
                  </a:lnTo>
                  <a:lnTo>
                    <a:pt x="2763901" y="5634101"/>
                  </a:lnTo>
                  <a:cubicBezTo>
                    <a:pt x="2820734" y="6208205"/>
                    <a:pt x="3274886" y="6662356"/>
                    <a:pt x="3848989" y="6719189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9EDD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" name="Google Shape;112;p22"/>
            <p:cNvSpPr/>
            <p:nvPr/>
          </p:nvSpPr>
          <p:spPr>
            <a:xfrm>
              <a:off x="376200" y="2485080"/>
              <a:ext cx="172800" cy="172800"/>
            </a:xfrm>
            <a:prstGeom prst="star4">
              <a:avLst>
                <a:gd name="adj" fmla="val 25578"/>
              </a:avLst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1320" bIns="3132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114;p23"/>
          <p:cNvSpPr/>
          <p:nvPr/>
        </p:nvSpPr>
        <p:spPr>
          <a:xfrm flipH="1">
            <a:off x="6608160" y="2754000"/>
            <a:ext cx="4028040" cy="4028040"/>
          </a:xfrm>
          <a:custGeom>
            <a:avLst/>
            <a:gdLst>
              <a:gd name="textAreaLeft" fmla="*/ -360 w 4028040"/>
              <a:gd name="textAreaRight" fmla="*/ 4028040 w 4028040"/>
              <a:gd name="textAreaTop" fmla="*/ 0 h 4028040"/>
              <a:gd name="textAreaBottom" fmla="*/ 4028400 h 4028040"/>
            </a:gdLst>
            <a:ahLst/>
            <a:cxnLst/>
            <a:rect l="textAreaLeft" t="textAreaTop" r="textAreaRight" b="textAreaBottom"/>
            <a:pathLst>
              <a:path w="6857040" h="6857040">
                <a:moveTo>
                  <a:pt x="4615277" y="3209489"/>
                </a:moveTo>
                <a:lnTo>
                  <a:pt x="6857041" y="3428520"/>
                </a:lnTo>
                <a:lnTo>
                  <a:pt x="4615277" y="3647552"/>
                </a:lnTo>
                <a:cubicBezTo>
                  <a:pt x="4102948" y="3697634"/>
                  <a:pt x="3697565" y="4102948"/>
                  <a:pt x="3647552" y="4615277"/>
                </a:cubicBezTo>
                <a:lnTo>
                  <a:pt x="3428520" y="6857041"/>
                </a:lnTo>
                <a:lnTo>
                  <a:pt x="3209489" y="4615277"/>
                </a:lnTo>
                <a:cubicBezTo>
                  <a:pt x="3159407" y="4102948"/>
                  <a:pt x="2754093" y="3697565"/>
                  <a:pt x="2241764" y="3647552"/>
                </a:cubicBezTo>
                <a:lnTo>
                  <a:pt x="0" y="3428520"/>
                </a:lnTo>
                <a:lnTo>
                  <a:pt x="2241764" y="3209489"/>
                </a:lnTo>
                <a:cubicBezTo>
                  <a:pt x="2754093" y="3159407"/>
                  <a:pt x="3159476" y="2754093"/>
                  <a:pt x="3209489" y="2241764"/>
                </a:cubicBezTo>
                <a:lnTo>
                  <a:pt x="3428520" y="0"/>
                </a:lnTo>
                <a:lnTo>
                  <a:pt x="3647552" y="2241764"/>
                </a:lnTo>
                <a:cubicBezTo>
                  <a:pt x="3697634" y="2754093"/>
                  <a:pt x="4102948" y="3159476"/>
                  <a:pt x="4615277" y="3209489"/>
                </a:cubicBezTo>
                <a:close/>
              </a:path>
            </a:pathLst>
          </a:custGeom>
          <a:noFill/>
          <a:ln w="9525">
            <a:solidFill>
              <a:srgbClr val="F9ED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5" name="Google Shape;115;p23"/>
          <p:cNvSpPr/>
          <p:nvPr/>
        </p:nvSpPr>
        <p:spPr>
          <a:xfrm rot="19798200" flipH="1">
            <a:off x="7990560" y="4147920"/>
            <a:ext cx="172800" cy="173160"/>
          </a:xfrm>
          <a:prstGeom prst="star4">
            <a:avLst>
              <a:gd name="adj" fmla="val 25578"/>
            </a:avLst>
          </a:pr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720000" y="1152360"/>
            <a:ext cx="770364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3998160" cy="1445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1609560" y="2066040"/>
            <a:ext cx="3823920" cy="2532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5715720" y="0"/>
            <a:ext cx="342792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388160" y="1307160"/>
            <a:ext cx="6367320" cy="252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56" name="PlaceHolder 2"/>
          <p:cNvSpPr>
            <a:spLocks noGrp="1"/>
          </p:cNvSpPr>
          <p:nvPr>
            <p:ph type="title"/>
          </p:nvPr>
        </p:nvSpPr>
        <p:spPr>
          <a:xfrm>
            <a:off x="762120" y="1069560"/>
            <a:ext cx="4974480" cy="237384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1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131;p28"/>
          <p:cNvPicPr/>
          <p:nvPr/>
        </p:nvPicPr>
        <p:blipFill>
          <a:blip r:embed="rId2"/>
          <a:srcRect l="2070" t="2345" r="-2070" b="2345"/>
          <a:stretch/>
        </p:blipFill>
        <p:spPr>
          <a:xfrm>
            <a:off x="5220360" y="281520"/>
            <a:ext cx="3359520" cy="4680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Google Shape;132;p28"/>
          <p:cNvSpPr/>
          <p:nvPr/>
        </p:nvSpPr>
        <p:spPr>
          <a:xfrm>
            <a:off x="-78480" y="-32400"/>
            <a:ext cx="9295920" cy="5211720"/>
          </a:xfrm>
          <a:custGeom>
            <a:avLst/>
            <a:gdLst>
              <a:gd name="textAreaLeft" fmla="*/ 0 w 9295920"/>
              <a:gd name="textAreaRight" fmla="*/ 9296280 w 9295920"/>
              <a:gd name="textAreaTop" fmla="*/ 0 h 5211720"/>
              <a:gd name="textAreaBottom" fmla="*/ 5212080 h 5211720"/>
            </a:gdLst>
            <a:ahLst/>
            <a:cxnLst/>
            <a:rect l="textAreaLeft" t="textAreaTop" r="textAreaRight" b="textAreaBottom"/>
            <a:pathLst>
              <a:path w="12192000" h="6858000">
                <a:moveTo>
                  <a:pt x="0" y="0"/>
                </a:move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close/>
                <a:moveTo>
                  <a:pt x="11226546" y="5259070"/>
                </a:moveTo>
                <a:cubicBezTo>
                  <a:pt x="11226546" y="5264087"/>
                  <a:pt x="11224831" y="5268278"/>
                  <a:pt x="11222609" y="5269421"/>
                </a:cubicBezTo>
                <a:cubicBezTo>
                  <a:pt x="11146409" y="5306949"/>
                  <a:pt x="11119866" y="5378133"/>
                  <a:pt x="11157712" y="5460619"/>
                </a:cubicBezTo>
                <a:cubicBezTo>
                  <a:pt x="11162538" y="5471097"/>
                  <a:pt x="11176698" y="5469382"/>
                  <a:pt x="11176635" y="5483670"/>
                </a:cubicBezTo>
                <a:cubicBezTo>
                  <a:pt x="11176635" y="5489194"/>
                  <a:pt x="11174349" y="5493449"/>
                  <a:pt x="11171809" y="5493639"/>
                </a:cubicBezTo>
                <a:cubicBezTo>
                  <a:pt x="10972419" y="5505895"/>
                  <a:pt x="10740898" y="5579047"/>
                  <a:pt x="10648696" y="5777675"/>
                </a:cubicBezTo>
                <a:cubicBezTo>
                  <a:pt x="10645331" y="5784977"/>
                  <a:pt x="10628440" y="5827840"/>
                  <a:pt x="10627360" y="5832539"/>
                </a:cubicBezTo>
                <a:cubicBezTo>
                  <a:pt x="10598658" y="5957380"/>
                  <a:pt x="10649648" y="6042470"/>
                  <a:pt x="10501503" y="6098159"/>
                </a:cubicBezTo>
                <a:cubicBezTo>
                  <a:pt x="10472293" y="6109145"/>
                  <a:pt x="10362629" y="6125909"/>
                  <a:pt x="10355961" y="6130481"/>
                </a:cubicBezTo>
                <a:cubicBezTo>
                  <a:pt x="10353231" y="6132322"/>
                  <a:pt x="10347579" y="6154293"/>
                  <a:pt x="10339578" y="6164009"/>
                </a:cubicBezTo>
                <a:cubicBezTo>
                  <a:pt x="10252773" y="6269546"/>
                  <a:pt x="10027412" y="6237732"/>
                  <a:pt x="9907016" y="6237224"/>
                </a:cubicBezTo>
                <a:cubicBezTo>
                  <a:pt x="9711944" y="6236399"/>
                  <a:pt x="9309164" y="6217666"/>
                  <a:pt x="9165082" y="6365558"/>
                </a:cubicBezTo>
                <a:cubicBezTo>
                  <a:pt x="9155874" y="6375019"/>
                  <a:pt x="9163876" y="6387338"/>
                  <a:pt x="9146540" y="6384798"/>
                </a:cubicBezTo>
                <a:cubicBezTo>
                  <a:pt x="9143556" y="6384354"/>
                  <a:pt x="9116123" y="6344603"/>
                  <a:pt x="9107043" y="6338443"/>
                </a:cubicBezTo>
                <a:cubicBezTo>
                  <a:pt x="9003856" y="6268085"/>
                  <a:pt x="8803640" y="6243257"/>
                  <a:pt x="8680069" y="6237161"/>
                </a:cubicBezTo>
                <a:cubicBezTo>
                  <a:pt x="8521891" y="6229350"/>
                  <a:pt x="8069009" y="6285548"/>
                  <a:pt x="7964615" y="6175566"/>
                </a:cubicBezTo>
                <a:cubicBezTo>
                  <a:pt x="7952550" y="6162866"/>
                  <a:pt x="7946962" y="6138609"/>
                  <a:pt x="7938199" y="6133021"/>
                </a:cubicBezTo>
                <a:cubicBezTo>
                  <a:pt x="7920863" y="6121908"/>
                  <a:pt x="7825042" y="6111177"/>
                  <a:pt x="7791260" y="6098350"/>
                </a:cubicBezTo>
                <a:cubicBezTo>
                  <a:pt x="7656703" y="6047169"/>
                  <a:pt x="7696454" y="5953951"/>
                  <a:pt x="7673086" y="5840349"/>
                </a:cubicBezTo>
                <a:cubicBezTo>
                  <a:pt x="7663181" y="5792343"/>
                  <a:pt x="7635240" y="5745734"/>
                  <a:pt x="7607173" y="5706745"/>
                </a:cubicBezTo>
                <a:cubicBezTo>
                  <a:pt x="7594537" y="5689219"/>
                  <a:pt x="7545324" y="5638546"/>
                  <a:pt x="7528116" y="5625338"/>
                </a:cubicBezTo>
                <a:cubicBezTo>
                  <a:pt x="7413244" y="5537518"/>
                  <a:pt x="7274307" y="5504307"/>
                  <a:pt x="7133590" y="5494592"/>
                </a:cubicBezTo>
                <a:cubicBezTo>
                  <a:pt x="7128764" y="5494274"/>
                  <a:pt x="7126923" y="5480812"/>
                  <a:pt x="7130860" y="5474780"/>
                </a:cubicBezTo>
                <a:cubicBezTo>
                  <a:pt x="7151497" y="5443284"/>
                  <a:pt x="7167944" y="5407851"/>
                  <a:pt x="7161467" y="5367782"/>
                </a:cubicBezTo>
                <a:cubicBezTo>
                  <a:pt x="7152957" y="5314696"/>
                  <a:pt x="7085902" y="5277612"/>
                  <a:pt x="7070979" y="5262182"/>
                </a:cubicBezTo>
                <a:cubicBezTo>
                  <a:pt x="7069201" y="5260340"/>
                  <a:pt x="7068122" y="5256213"/>
                  <a:pt x="7068249" y="5251895"/>
                </a:cubicBezTo>
                <a:cubicBezTo>
                  <a:pt x="7074282" y="5003356"/>
                  <a:pt x="7073837" y="4754245"/>
                  <a:pt x="7073011" y="4505325"/>
                </a:cubicBezTo>
                <a:cubicBezTo>
                  <a:pt x="7069392" y="3412808"/>
                  <a:pt x="7085203" y="2313178"/>
                  <a:pt x="7073075" y="1211961"/>
                </a:cubicBezTo>
                <a:cubicBezTo>
                  <a:pt x="7072948" y="1201865"/>
                  <a:pt x="7072249" y="1192340"/>
                  <a:pt x="7069963" y="1182878"/>
                </a:cubicBezTo>
                <a:cubicBezTo>
                  <a:pt x="7068439" y="1176528"/>
                  <a:pt x="7070027" y="1168591"/>
                  <a:pt x="7073265" y="1167130"/>
                </a:cubicBezTo>
                <a:cubicBezTo>
                  <a:pt x="7099237" y="1155446"/>
                  <a:pt x="7197027" y="1164019"/>
                  <a:pt x="7219696" y="1162304"/>
                </a:cubicBezTo>
                <a:cubicBezTo>
                  <a:pt x="7363460" y="1151763"/>
                  <a:pt x="7573581" y="1102297"/>
                  <a:pt x="7620508" y="942975"/>
                </a:cubicBezTo>
                <a:cubicBezTo>
                  <a:pt x="7621524" y="939483"/>
                  <a:pt x="7623302" y="937387"/>
                  <a:pt x="7625207" y="937768"/>
                </a:cubicBezTo>
                <a:cubicBezTo>
                  <a:pt x="7661529" y="944499"/>
                  <a:pt x="7693025" y="964629"/>
                  <a:pt x="7731189" y="968121"/>
                </a:cubicBezTo>
                <a:cubicBezTo>
                  <a:pt x="7844727" y="978599"/>
                  <a:pt x="7952169" y="906082"/>
                  <a:pt x="8016748" y="814896"/>
                </a:cubicBezTo>
                <a:cubicBezTo>
                  <a:pt x="8017764" y="813435"/>
                  <a:pt x="8018970" y="812863"/>
                  <a:pt x="8020177" y="813245"/>
                </a:cubicBezTo>
                <a:cubicBezTo>
                  <a:pt x="8131937" y="850773"/>
                  <a:pt x="8312214" y="901637"/>
                  <a:pt x="8363394" y="751142"/>
                </a:cubicBezTo>
                <a:cubicBezTo>
                  <a:pt x="8374126" y="719646"/>
                  <a:pt x="8368793" y="693611"/>
                  <a:pt x="8389747" y="661988"/>
                </a:cubicBezTo>
                <a:cubicBezTo>
                  <a:pt x="8490839" y="509334"/>
                  <a:pt x="8918004" y="593662"/>
                  <a:pt x="9085072" y="517716"/>
                </a:cubicBezTo>
                <a:cubicBezTo>
                  <a:pt x="9112377" y="505270"/>
                  <a:pt x="9127681" y="488442"/>
                  <a:pt x="9151430" y="473520"/>
                </a:cubicBezTo>
                <a:cubicBezTo>
                  <a:pt x="9152890" y="472567"/>
                  <a:pt x="9154478" y="473202"/>
                  <a:pt x="9155684" y="475107"/>
                </a:cubicBezTo>
                <a:cubicBezTo>
                  <a:pt x="9182671" y="514921"/>
                  <a:pt x="9239441" y="531305"/>
                  <a:pt x="9283827" y="539877"/>
                </a:cubicBezTo>
                <a:cubicBezTo>
                  <a:pt x="9440228" y="570040"/>
                  <a:pt x="9744011" y="535369"/>
                  <a:pt x="9867646" y="620776"/>
                </a:cubicBezTo>
                <a:cubicBezTo>
                  <a:pt x="9945878" y="674878"/>
                  <a:pt x="9914319" y="756857"/>
                  <a:pt x="9973945" y="813562"/>
                </a:cubicBezTo>
                <a:cubicBezTo>
                  <a:pt x="10048494" y="884491"/>
                  <a:pt x="10185844" y="844995"/>
                  <a:pt x="10272141" y="814769"/>
                </a:cubicBezTo>
                <a:cubicBezTo>
                  <a:pt x="10273220" y="814388"/>
                  <a:pt x="10274300" y="814769"/>
                  <a:pt x="10275253" y="815848"/>
                </a:cubicBezTo>
                <a:cubicBezTo>
                  <a:pt x="10376535" y="931291"/>
                  <a:pt x="10512996" y="1020191"/>
                  <a:pt x="10663619" y="939292"/>
                </a:cubicBezTo>
                <a:cubicBezTo>
                  <a:pt x="10664952" y="938594"/>
                  <a:pt x="10666412" y="939102"/>
                  <a:pt x="10667619" y="940752"/>
                </a:cubicBezTo>
                <a:cubicBezTo>
                  <a:pt x="10696766" y="982663"/>
                  <a:pt x="10707116" y="1016889"/>
                  <a:pt x="10749724" y="1053211"/>
                </a:cubicBezTo>
                <a:cubicBezTo>
                  <a:pt x="10805731" y="1100963"/>
                  <a:pt x="10964735" y="1161860"/>
                  <a:pt x="11035602" y="1161860"/>
                </a:cubicBezTo>
                <a:lnTo>
                  <a:pt x="11222545" y="1161860"/>
                </a:lnTo>
                <a:cubicBezTo>
                  <a:pt x="11225340" y="1161860"/>
                  <a:pt x="11227562" y="1166686"/>
                  <a:pt x="11227562" y="1172718"/>
                </a:cubicBezTo>
                <a:lnTo>
                  <a:pt x="11234293" y="4576128"/>
                </a:lnTo>
                <a:lnTo>
                  <a:pt x="11226419" y="5259134"/>
                </a:lnTo>
                <a:close/>
              </a:path>
            </a:pathLst>
          </a:custGeom>
          <a:solidFill>
            <a:schemeClr val="lt1"/>
          </a:solidFill>
          <a:ln w="9525">
            <a:solidFill>
              <a:srgbClr val="F9EDD9"/>
            </a:solidFill>
            <a:round/>
          </a:ln>
          <a:effectLst>
            <a:outerShdw blurRad="57240" dist="19080" dir="5400000" algn="bl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299340" y="360000"/>
            <a:ext cx="4543200" cy="254707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900" b="0" u="none" strike="noStrike" dirty="0">
                <a:solidFill>
                  <a:srgbClr val="F9EDD9"/>
                </a:solidFill>
                <a:effectLst/>
                <a:uFillTx/>
                <a:latin typeface="Aboreto"/>
                <a:ea typeface="Aboreto"/>
              </a:rPr>
              <a:t>Sacred Ensembles of the</a:t>
            </a:r>
            <a:endParaRPr lang="fr-FR" sz="49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900" b="0" u="none" strike="noStrike" dirty="0" err="1">
                <a:solidFill>
                  <a:srgbClr val="F9EDD9"/>
                </a:solidFill>
                <a:effectLst/>
                <a:uFillTx/>
                <a:latin typeface="Monsieur La Doulaise"/>
                <a:ea typeface="Aboreto"/>
              </a:rPr>
              <a:t>Hoysalas</a:t>
            </a:r>
            <a:endParaRPr lang="fr-FR" sz="49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subTitle"/>
          </p:nvPr>
        </p:nvSpPr>
        <p:spPr>
          <a:xfrm>
            <a:off x="466560" y="3400560"/>
            <a:ext cx="2723760" cy="990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 algn="ctr">
              <a:buNone/>
            </a:pPr>
            <a:r>
              <a:rPr lang="en-US" sz="1900" b="0" u="none" strike="noStrike" dirty="0">
                <a:solidFill>
                  <a:schemeClr val="dk1"/>
                </a:solidFill>
                <a:effectLst/>
                <a:uFillTx/>
                <a:latin typeface="Alegreya Sans"/>
                <a:ea typeface="Alegreya Sans"/>
              </a:rPr>
              <a:t>Tourism project</a:t>
            </a:r>
            <a:endParaRPr lang="en-US" sz="19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900" b="0" u="none" strike="noStrike" dirty="0">
                <a:solidFill>
                  <a:schemeClr val="dk1"/>
                </a:solidFill>
                <a:effectLst/>
                <a:uFillTx/>
                <a:latin typeface="Alegreya Sans"/>
                <a:ea typeface="Alegreya Sans"/>
              </a:rPr>
              <a:t>By Tarun Hansdah</a:t>
            </a:r>
            <a:endParaRPr lang="en-US" sz="19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66" name="Google Shape;135;p28"/>
          <p:cNvGrpSpPr/>
          <p:nvPr/>
        </p:nvGrpSpPr>
        <p:grpSpPr>
          <a:xfrm>
            <a:off x="5324760" y="82080"/>
            <a:ext cx="3163320" cy="4979160"/>
            <a:chOff x="5324760" y="82080"/>
            <a:chExt cx="3163320" cy="4979160"/>
          </a:xfrm>
        </p:grpSpPr>
        <p:sp>
          <p:nvSpPr>
            <p:cNvPr id="67" name="Google Shape;136;p28"/>
            <p:cNvSpPr/>
            <p:nvPr/>
          </p:nvSpPr>
          <p:spPr>
            <a:xfrm>
              <a:off x="5324760" y="360000"/>
              <a:ext cx="324000" cy="324000"/>
            </a:xfrm>
            <a:prstGeom prst="star8">
              <a:avLst>
                <a:gd name="adj" fmla="val 37500"/>
              </a:avLst>
            </a:prstGeom>
            <a:noFill/>
            <a:ln w="9525">
              <a:solidFill>
                <a:srgbClr val="F9EDD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8" name="Google Shape;137;p28"/>
            <p:cNvSpPr/>
            <p:nvPr/>
          </p:nvSpPr>
          <p:spPr>
            <a:xfrm>
              <a:off x="8164080" y="360000"/>
              <a:ext cx="324000" cy="324000"/>
            </a:xfrm>
            <a:prstGeom prst="star8">
              <a:avLst>
                <a:gd name="adj" fmla="val 37500"/>
              </a:avLst>
            </a:prstGeom>
            <a:noFill/>
            <a:ln w="9525">
              <a:solidFill>
                <a:srgbClr val="F9EDD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" name="Google Shape;138;p28"/>
            <p:cNvSpPr/>
            <p:nvPr/>
          </p:nvSpPr>
          <p:spPr>
            <a:xfrm>
              <a:off x="5324760" y="4355280"/>
              <a:ext cx="324000" cy="324000"/>
            </a:xfrm>
            <a:prstGeom prst="star8">
              <a:avLst>
                <a:gd name="adj" fmla="val 37500"/>
              </a:avLst>
            </a:prstGeom>
            <a:noFill/>
            <a:ln w="9525">
              <a:solidFill>
                <a:srgbClr val="F9EDD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" name="Google Shape;139;p28"/>
            <p:cNvSpPr/>
            <p:nvPr/>
          </p:nvSpPr>
          <p:spPr>
            <a:xfrm>
              <a:off x="8164080" y="4355280"/>
              <a:ext cx="324000" cy="324000"/>
            </a:xfrm>
            <a:prstGeom prst="star8">
              <a:avLst>
                <a:gd name="adj" fmla="val 37500"/>
              </a:avLst>
            </a:prstGeom>
            <a:noFill/>
            <a:ln w="9525">
              <a:solidFill>
                <a:srgbClr val="F9EDD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" name="Google Shape;140;p28"/>
            <p:cNvSpPr/>
            <p:nvPr/>
          </p:nvSpPr>
          <p:spPr>
            <a:xfrm>
              <a:off x="6810840" y="82080"/>
              <a:ext cx="172800" cy="172800"/>
            </a:xfrm>
            <a:prstGeom prst="star4">
              <a:avLst>
                <a:gd name="adj" fmla="val 25578"/>
              </a:avLst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1320" bIns="3132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" name="Google Shape;141;p28"/>
            <p:cNvSpPr/>
            <p:nvPr/>
          </p:nvSpPr>
          <p:spPr>
            <a:xfrm>
              <a:off x="6810840" y="4888440"/>
              <a:ext cx="172800" cy="172800"/>
            </a:xfrm>
            <a:prstGeom prst="star4">
              <a:avLst>
                <a:gd name="adj" fmla="val 25578"/>
              </a:avLst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1320" bIns="3132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6CE5E85-E785-33F3-3E9F-DD1C88FD51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8537948"/>
              </p:ext>
            </p:extLst>
          </p:nvPr>
        </p:nvGraphicFramePr>
        <p:xfrm>
          <a:off x="903249" y="260195"/>
          <a:ext cx="7337502" cy="4554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9268">
                  <a:extLst>
                    <a:ext uri="{9D8B030D-6E8A-4147-A177-3AD203B41FA5}">
                      <a16:colId xmlns:a16="http://schemas.microsoft.com/office/drawing/2014/main" val="134559697"/>
                    </a:ext>
                  </a:extLst>
                </a:gridCol>
                <a:gridCol w="3241288">
                  <a:extLst>
                    <a:ext uri="{9D8B030D-6E8A-4147-A177-3AD203B41FA5}">
                      <a16:colId xmlns:a16="http://schemas.microsoft.com/office/drawing/2014/main" val="1718530464"/>
                    </a:ext>
                  </a:extLst>
                </a:gridCol>
                <a:gridCol w="3166946">
                  <a:extLst>
                    <a:ext uri="{9D8B030D-6E8A-4147-A177-3AD203B41FA5}">
                      <a16:colId xmlns:a16="http://schemas.microsoft.com/office/drawing/2014/main" val="873354369"/>
                    </a:ext>
                  </a:extLst>
                </a:gridCol>
              </a:tblGrid>
              <a:tr h="300747">
                <a:tc>
                  <a:txBody>
                    <a:bodyPr/>
                    <a:lstStyle/>
                    <a:p>
                      <a:pPr algn="ctr"/>
                      <a:r>
                        <a:rPr lang="en-US" sz="2300" dirty="0">
                          <a:solidFill>
                            <a:schemeClr val="tx2"/>
                          </a:solidFill>
                        </a:rPr>
                        <a:t>No.</a:t>
                      </a:r>
                      <a:endParaRPr lang="en-IN" sz="23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solidFill>
                      <a:schemeClr val="accent1">
                        <a:alpha val="2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300" dirty="0">
                          <a:solidFill>
                            <a:schemeClr val="tx2"/>
                          </a:solidFill>
                        </a:rPr>
                        <a:t>Content</a:t>
                      </a:r>
                    </a:p>
                  </a:txBody>
                  <a:tcPr>
                    <a:solidFill>
                      <a:schemeClr val="accent1">
                        <a:alpha val="2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300" dirty="0">
                          <a:solidFill>
                            <a:schemeClr val="tx2"/>
                          </a:solidFill>
                        </a:rPr>
                        <a:t>Page No.</a:t>
                      </a:r>
                      <a:endParaRPr lang="en-IN" sz="23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solidFill>
                      <a:schemeClr val="accent1">
                        <a:alpha val="21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8533763"/>
                  </a:ext>
                </a:extLst>
              </a:tr>
              <a:tr h="566424">
                <a:tc>
                  <a:txBody>
                    <a:bodyPr/>
                    <a:lstStyle/>
                    <a:p>
                      <a:pPr algn="ctr"/>
                      <a:r>
                        <a:rPr lang="en-US" sz="2300" dirty="0"/>
                        <a:t>1</a:t>
                      </a:r>
                      <a:endParaRPr lang="en-IN" sz="2300" dirty="0"/>
                    </a:p>
                  </a:txBody>
                  <a:tcPr>
                    <a:solidFill>
                      <a:schemeClr val="accent1">
                        <a:alpha val="2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Introduction</a:t>
                      </a:r>
                      <a:endParaRPr lang="en-IN" dirty="0"/>
                    </a:p>
                  </a:txBody>
                  <a:tcPr>
                    <a:solidFill>
                      <a:schemeClr val="accent1">
                        <a:alpha val="2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solidFill>
                      <a:schemeClr val="accent1">
                        <a:alpha val="21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6800505"/>
                  </a:ext>
                </a:extLst>
              </a:tr>
              <a:tr h="56642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>
                    <a:solidFill>
                      <a:schemeClr val="accent1">
                        <a:alpha val="2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Historical Background</a:t>
                      </a:r>
                      <a:endParaRPr lang="en-IN" dirty="0"/>
                    </a:p>
                  </a:txBody>
                  <a:tcPr>
                    <a:solidFill>
                      <a:schemeClr val="accent1">
                        <a:alpha val="2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>
                    <a:solidFill>
                      <a:schemeClr val="accent1">
                        <a:alpha val="21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4846529"/>
                  </a:ext>
                </a:extLst>
              </a:tr>
              <a:tr h="56642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solidFill>
                      <a:schemeClr val="accent1">
                        <a:alpha val="2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UNESCO World Heritage Recognition</a:t>
                      </a:r>
                      <a:endParaRPr lang="en-IN" dirty="0"/>
                    </a:p>
                  </a:txBody>
                  <a:tcPr>
                    <a:solidFill>
                      <a:schemeClr val="accent1">
                        <a:alpha val="2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>
                    <a:solidFill>
                      <a:schemeClr val="accent1">
                        <a:alpha val="21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6021360"/>
                  </a:ext>
                </a:extLst>
              </a:tr>
              <a:tr h="56642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>
                    <a:solidFill>
                      <a:schemeClr val="accent1">
                        <a:alpha val="2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Cultural and religious importance</a:t>
                      </a:r>
                      <a:endParaRPr lang="en-IN" dirty="0"/>
                    </a:p>
                  </a:txBody>
                  <a:tcPr>
                    <a:solidFill>
                      <a:schemeClr val="accent1">
                        <a:alpha val="2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n-IN" dirty="0"/>
                    </a:p>
                  </a:txBody>
                  <a:tcPr>
                    <a:solidFill>
                      <a:schemeClr val="accent1">
                        <a:alpha val="21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8979737"/>
                  </a:ext>
                </a:extLst>
              </a:tr>
              <a:tr h="56642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>
                    <a:solidFill>
                      <a:schemeClr val="accent1">
                        <a:alpha val="2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Location</a:t>
                      </a:r>
                      <a:endParaRPr lang="en-IN" dirty="0"/>
                    </a:p>
                  </a:txBody>
                  <a:tcPr>
                    <a:solidFill>
                      <a:schemeClr val="accent1">
                        <a:alpha val="2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  <a:endParaRPr lang="en-IN" dirty="0"/>
                    </a:p>
                  </a:txBody>
                  <a:tcPr>
                    <a:solidFill>
                      <a:schemeClr val="accent1">
                        <a:alpha val="21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8231748"/>
                  </a:ext>
                </a:extLst>
              </a:tr>
              <a:tr h="56642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>
                    <a:solidFill>
                      <a:schemeClr val="accent1">
                        <a:alpha val="2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Route</a:t>
                      </a:r>
                      <a:endParaRPr lang="en-IN" dirty="0"/>
                    </a:p>
                  </a:txBody>
                  <a:tcPr>
                    <a:solidFill>
                      <a:schemeClr val="accent1">
                        <a:alpha val="2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  <a:endParaRPr lang="en-IN" dirty="0"/>
                    </a:p>
                  </a:txBody>
                  <a:tcPr>
                    <a:solidFill>
                      <a:schemeClr val="accent1">
                        <a:alpha val="21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6239032"/>
                  </a:ext>
                </a:extLst>
              </a:tr>
              <a:tr h="56642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n-IN" dirty="0"/>
                    </a:p>
                  </a:txBody>
                  <a:tcPr>
                    <a:solidFill>
                      <a:schemeClr val="accent1">
                        <a:alpha val="2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Conclusion</a:t>
                      </a:r>
                      <a:endParaRPr lang="en-IN" dirty="0"/>
                    </a:p>
                  </a:txBody>
                  <a:tcPr>
                    <a:solidFill>
                      <a:schemeClr val="accent1">
                        <a:alpha val="2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12</a:t>
                      </a:r>
                      <a:endParaRPr lang="en-IN" dirty="0"/>
                    </a:p>
                  </a:txBody>
                  <a:tcPr>
                    <a:solidFill>
                      <a:schemeClr val="accent1">
                        <a:alpha val="21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39496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8436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236;p32"/>
          <p:cNvPicPr/>
          <p:nvPr/>
        </p:nvPicPr>
        <p:blipFill>
          <a:blip r:embed="rId2"/>
          <a:srcRect t="8955" b="8955"/>
          <a:stretch/>
        </p:blipFill>
        <p:spPr>
          <a:xfrm>
            <a:off x="0" y="0"/>
            <a:ext cx="915912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" name="Google Shape;237;p32"/>
          <p:cNvSpPr/>
          <p:nvPr/>
        </p:nvSpPr>
        <p:spPr>
          <a:xfrm>
            <a:off x="-30600" y="0"/>
            <a:ext cx="9204480" cy="5143320"/>
          </a:xfrm>
          <a:custGeom>
            <a:avLst/>
            <a:gdLst>
              <a:gd name="textAreaLeft" fmla="*/ 0 w 9204480"/>
              <a:gd name="textAreaRight" fmla="*/ 9204840 w 9204480"/>
              <a:gd name="textAreaTop" fmla="*/ 0 h 5143320"/>
              <a:gd name="textAreaBottom" fmla="*/ 5143680 h 5143320"/>
            </a:gdLst>
            <a:ahLst/>
            <a:cxnLst/>
            <a:rect l="textAreaLeft" t="textAreaTop" r="textAreaRight" b="textAreaBottom"/>
            <a:pathLst>
              <a:path w="12192000" h="6858000">
                <a:moveTo>
                  <a:pt x="0" y="0"/>
                </a:move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close/>
                <a:moveTo>
                  <a:pt x="11308397" y="5259070"/>
                </a:moveTo>
                <a:cubicBezTo>
                  <a:pt x="11308334" y="5264087"/>
                  <a:pt x="11306239" y="5268278"/>
                  <a:pt x="11303444" y="5269421"/>
                </a:cubicBezTo>
                <a:cubicBezTo>
                  <a:pt x="11207306" y="5306949"/>
                  <a:pt x="11173905" y="5378133"/>
                  <a:pt x="11221530" y="5460619"/>
                </a:cubicBezTo>
                <a:cubicBezTo>
                  <a:pt x="11227626" y="5471097"/>
                  <a:pt x="11245469" y="5469382"/>
                  <a:pt x="11245406" y="5483670"/>
                </a:cubicBezTo>
                <a:cubicBezTo>
                  <a:pt x="11245406" y="5489194"/>
                  <a:pt x="11242484" y="5493449"/>
                  <a:pt x="11239309" y="5493639"/>
                </a:cubicBezTo>
                <a:cubicBezTo>
                  <a:pt x="10987786" y="5505895"/>
                  <a:pt x="10695813" y="5579047"/>
                  <a:pt x="10579481" y="5777675"/>
                </a:cubicBezTo>
                <a:cubicBezTo>
                  <a:pt x="10575227" y="5784977"/>
                  <a:pt x="10553891" y="5827840"/>
                  <a:pt x="10552557" y="5832539"/>
                </a:cubicBezTo>
                <a:cubicBezTo>
                  <a:pt x="10516362" y="5957380"/>
                  <a:pt x="10580688" y="6042470"/>
                  <a:pt x="10393807" y="6098159"/>
                </a:cubicBezTo>
                <a:cubicBezTo>
                  <a:pt x="10356977" y="6109145"/>
                  <a:pt x="10218674" y="6125909"/>
                  <a:pt x="10210292" y="6130417"/>
                </a:cubicBezTo>
                <a:cubicBezTo>
                  <a:pt x="10206863" y="6132259"/>
                  <a:pt x="10199688" y="6154230"/>
                  <a:pt x="10189655" y="6163945"/>
                </a:cubicBezTo>
                <a:cubicBezTo>
                  <a:pt x="10080181" y="6269482"/>
                  <a:pt x="9795891" y="6237669"/>
                  <a:pt x="9643999" y="6237161"/>
                </a:cubicBezTo>
                <a:cubicBezTo>
                  <a:pt x="9398000" y="6236335"/>
                  <a:pt x="8889873" y="6217603"/>
                  <a:pt x="8708199" y="6365494"/>
                </a:cubicBezTo>
                <a:cubicBezTo>
                  <a:pt x="8696579" y="6374956"/>
                  <a:pt x="8706676" y="6387275"/>
                  <a:pt x="8684831" y="6384735"/>
                </a:cubicBezTo>
                <a:cubicBezTo>
                  <a:pt x="8681085" y="6384290"/>
                  <a:pt x="8646414" y="6344539"/>
                  <a:pt x="8635047" y="6338380"/>
                </a:cubicBezTo>
                <a:cubicBezTo>
                  <a:pt x="8504872" y="6268022"/>
                  <a:pt x="8252397" y="6243193"/>
                  <a:pt x="8096504" y="6237097"/>
                </a:cubicBezTo>
                <a:cubicBezTo>
                  <a:pt x="7896987" y="6229287"/>
                  <a:pt x="7325741" y="6285484"/>
                  <a:pt x="7194106" y="6175502"/>
                </a:cubicBezTo>
                <a:cubicBezTo>
                  <a:pt x="7178929" y="6162802"/>
                  <a:pt x="7171818" y="6138545"/>
                  <a:pt x="7160831" y="6132957"/>
                </a:cubicBezTo>
                <a:cubicBezTo>
                  <a:pt x="7138988" y="6121845"/>
                  <a:pt x="7018084" y="6111113"/>
                  <a:pt x="6975475" y="6098286"/>
                </a:cubicBezTo>
                <a:cubicBezTo>
                  <a:pt x="6805803" y="6047105"/>
                  <a:pt x="6855905" y="5953887"/>
                  <a:pt x="6826377" y="5840286"/>
                </a:cubicBezTo>
                <a:cubicBezTo>
                  <a:pt x="6813932" y="5792280"/>
                  <a:pt x="6778689" y="5745671"/>
                  <a:pt x="6743256" y="5706682"/>
                </a:cubicBezTo>
                <a:cubicBezTo>
                  <a:pt x="6727381" y="5689156"/>
                  <a:pt x="6665278" y="5638483"/>
                  <a:pt x="6643561" y="5625275"/>
                </a:cubicBezTo>
                <a:cubicBezTo>
                  <a:pt x="6498717" y="5537518"/>
                  <a:pt x="6323457" y="5504244"/>
                  <a:pt x="6145911" y="5494528"/>
                </a:cubicBezTo>
                <a:cubicBezTo>
                  <a:pt x="6139815" y="5494211"/>
                  <a:pt x="6137529" y="5480749"/>
                  <a:pt x="6142482" y="5474716"/>
                </a:cubicBezTo>
                <a:cubicBezTo>
                  <a:pt x="6168517" y="5443220"/>
                  <a:pt x="6189218" y="5407787"/>
                  <a:pt x="6181090" y="5367719"/>
                </a:cubicBezTo>
                <a:cubicBezTo>
                  <a:pt x="6173153" y="5328603"/>
                  <a:pt x="6125147" y="5298186"/>
                  <a:pt x="6092889" y="5278692"/>
                </a:cubicBezTo>
                <a:cubicBezTo>
                  <a:pt x="6012942" y="5317998"/>
                  <a:pt x="5987669" y="5384546"/>
                  <a:pt x="6031738" y="5460746"/>
                </a:cubicBezTo>
                <a:cubicBezTo>
                  <a:pt x="6037834" y="5471224"/>
                  <a:pt x="6055678" y="5469509"/>
                  <a:pt x="6055614" y="5483797"/>
                </a:cubicBezTo>
                <a:cubicBezTo>
                  <a:pt x="6055614" y="5489321"/>
                  <a:pt x="6052693" y="5493576"/>
                  <a:pt x="6049518" y="5493766"/>
                </a:cubicBezTo>
                <a:cubicBezTo>
                  <a:pt x="5797995" y="5506022"/>
                  <a:pt x="5506022" y="5579174"/>
                  <a:pt x="5389690" y="5777802"/>
                </a:cubicBezTo>
                <a:cubicBezTo>
                  <a:pt x="5385435" y="5785104"/>
                  <a:pt x="5364099" y="5827967"/>
                  <a:pt x="5362766" y="5832666"/>
                </a:cubicBezTo>
                <a:cubicBezTo>
                  <a:pt x="5326571" y="5957507"/>
                  <a:pt x="5390896" y="6042597"/>
                  <a:pt x="5204016" y="6098286"/>
                </a:cubicBezTo>
                <a:cubicBezTo>
                  <a:pt x="5167186" y="6109272"/>
                  <a:pt x="5028883" y="6126036"/>
                  <a:pt x="5020501" y="6130544"/>
                </a:cubicBezTo>
                <a:cubicBezTo>
                  <a:pt x="5017072" y="6132386"/>
                  <a:pt x="5009896" y="6154357"/>
                  <a:pt x="4999863" y="6164072"/>
                </a:cubicBezTo>
                <a:cubicBezTo>
                  <a:pt x="4890389" y="6269609"/>
                  <a:pt x="4606100" y="6237796"/>
                  <a:pt x="4454208" y="6237288"/>
                </a:cubicBezTo>
                <a:cubicBezTo>
                  <a:pt x="4208209" y="6236462"/>
                  <a:pt x="3700082" y="6217730"/>
                  <a:pt x="3518408" y="6365621"/>
                </a:cubicBezTo>
                <a:cubicBezTo>
                  <a:pt x="3506788" y="6375083"/>
                  <a:pt x="3516884" y="6387402"/>
                  <a:pt x="3495040" y="6384862"/>
                </a:cubicBezTo>
                <a:cubicBezTo>
                  <a:pt x="3491294" y="6384417"/>
                  <a:pt x="3456622" y="6344666"/>
                  <a:pt x="3445256" y="6338507"/>
                </a:cubicBezTo>
                <a:cubicBezTo>
                  <a:pt x="3315081" y="6268149"/>
                  <a:pt x="3062605" y="6243320"/>
                  <a:pt x="2906713" y="6237224"/>
                </a:cubicBezTo>
                <a:cubicBezTo>
                  <a:pt x="2707196" y="6229414"/>
                  <a:pt x="2135950" y="6285611"/>
                  <a:pt x="2004314" y="6175629"/>
                </a:cubicBezTo>
                <a:cubicBezTo>
                  <a:pt x="1989138" y="6162929"/>
                  <a:pt x="1982026" y="6138672"/>
                  <a:pt x="1971040" y="6133084"/>
                </a:cubicBezTo>
                <a:cubicBezTo>
                  <a:pt x="1949196" y="6121972"/>
                  <a:pt x="1828292" y="6111240"/>
                  <a:pt x="1785684" y="6098413"/>
                </a:cubicBezTo>
                <a:cubicBezTo>
                  <a:pt x="1616012" y="6047232"/>
                  <a:pt x="1666113" y="5954014"/>
                  <a:pt x="1636586" y="5840413"/>
                </a:cubicBezTo>
                <a:cubicBezTo>
                  <a:pt x="1624140" y="5792407"/>
                  <a:pt x="1588897" y="5745798"/>
                  <a:pt x="1553464" y="5706809"/>
                </a:cubicBezTo>
                <a:cubicBezTo>
                  <a:pt x="1537589" y="5689283"/>
                  <a:pt x="1475486" y="5638610"/>
                  <a:pt x="1453769" y="5625402"/>
                </a:cubicBezTo>
                <a:cubicBezTo>
                  <a:pt x="1308926" y="5537645"/>
                  <a:pt x="1133666" y="5504371"/>
                  <a:pt x="956120" y="5494655"/>
                </a:cubicBezTo>
                <a:cubicBezTo>
                  <a:pt x="950024" y="5494338"/>
                  <a:pt x="947738" y="5480876"/>
                  <a:pt x="952691" y="5474843"/>
                </a:cubicBezTo>
                <a:cubicBezTo>
                  <a:pt x="978726" y="5443347"/>
                  <a:pt x="999427" y="5407914"/>
                  <a:pt x="991299" y="5367846"/>
                </a:cubicBezTo>
                <a:cubicBezTo>
                  <a:pt x="980567" y="5314760"/>
                  <a:pt x="895985" y="5277676"/>
                  <a:pt x="877189" y="5262245"/>
                </a:cubicBezTo>
                <a:cubicBezTo>
                  <a:pt x="874903" y="5260404"/>
                  <a:pt x="873570" y="5256276"/>
                  <a:pt x="873697" y="5251958"/>
                </a:cubicBezTo>
                <a:cubicBezTo>
                  <a:pt x="881316" y="5003419"/>
                  <a:pt x="880809" y="4754309"/>
                  <a:pt x="879729" y="4505389"/>
                </a:cubicBezTo>
                <a:cubicBezTo>
                  <a:pt x="875157" y="3412871"/>
                  <a:pt x="895160" y="2313242"/>
                  <a:pt x="879793" y="1212025"/>
                </a:cubicBezTo>
                <a:cubicBezTo>
                  <a:pt x="879666" y="1201928"/>
                  <a:pt x="878777" y="1192403"/>
                  <a:pt x="875855" y="1182942"/>
                </a:cubicBezTo>
                <a:cubicBezTo>
                  <a:pt x="873887" y="1176592"/>
                  <a:pt x="875919" y="1168654"/>
                  <a:pt x="880047" y="1167194"/>
                </a:cubicBezTo>
                <a:cubicBezTo>
                  <a:pt x="912749" y="1155510"/>
                  <a:pt x="1036193" y="1164082"/>
                  <a:pt x="1064768" y="1162368"/>
                </a:cubicBezTo>
                <a:cubicBezTo>
                  <a:pt x="1246124" y="1151827"/>
                  <a:pt x="1511173" y="1102360"/>
                  <a:pt x="1570355" y="943038"/>
                </a:cubicBezTo>
                <a:cubicBezTo>
                  <a:pt x="1571625" y="939546"/>
                  <a:pt x="1573911" y="937451"/>
                  <a:pt x="1576324" y="937832"/>
                </a:cubicBezTo>
                <a:cubicBezTo>
                  <a:pt x="1622108" y="944563"/>
                  <a:pt x="1661859" y="964692"/>
                  <a:pt x="1710055" y="968185"/>
                </a:cubicBezTo>
                <a:cubicBezTo>
                  <a:pt x="1853248" y="978662"/>
                  <a:pt x="1988820" y="906145"/>
                  <a:pt x="2070227" y="814959"/>
                </a:cubicBezTo>
                <a:cubicBezTo>
                  <a:pt x="2071497" y="813499"/>
                  <a:pt x="2073021" y="812927"/>
                  <a:pt x="2074609" y="813308"/>
                </a:cubicBezTo>
                <a:cubicBezTo>
                  <a:pt x="2215579" y="850837"/>
                  <a:pt x="2442909" y="901700"/>
                  <a:pt x="2507488" y="751205"/>
                </a:cubicBezTo>
                <a:cubicBezTo>
                  <a:pt x="2521014" y="719709"/>
                  <a:pt x="2514346" y="693674"/>
                  <a:pt x="2540699" y="662051"/>
                </a:cubicBezTo>
                <a:cubicBezTo>
                  <a:pt x="2668207" y="509397"/>
                  <a:pt x="3207004" y="593725"/>
                  <a:pt x="3417761" y="517779"/>
                </a:cubicBezTo>
                <a:cubicBezTo>
                  <a:pt x="3452241" y="505333"/>
                  <a:pt x="3471545" y="488506"/>
                  <a:pt x="3501453" y="473583"/>
                </a:cubicBezTo>
                <a:cubicBezTo>
                  <a:pt x="3503295" y="472631"/>
                  <a:pt x="3505264" y="473266"/>
                  <a:pt x="3506851" y="475171"/>
                </a:cubicBezTo>
                <a:cubicBezTo>
                  <a:pt x="3540887" y="514985"/>
                  <a:pt x="3612452" y="531368"/>
                  <a:pt x="3668459" y="539941"/>
                </a:cubicBezTo>
                <a:cubicBezTo>
                  <a:pt x="3865690" y="570103"/>
                  <a:pt x="4248912" y="535432"/>
                  <a:pt x="4404805" y="620840"/>
                </a:cubicBezTo>
                <a:cubicBezTo>
                  <a:pt x="4503484" y="674942"/>
                  <a:pt x="4463669" y="756920"/>
                  <a:pt x="4538853" y="813626"/>
                </a:cubicBezTo>
                <a:cubicBezTo>
                  <a:pt x="4632897" y="884555"/>
                  <a:pt x="4806188" y="845058"/>
                  <a:pt x="4915027" y="814832"/>
                </a:cubicBezTo>
                <a:cubicBezTo>
                  <a:pt x="4916361" y="814451"/>
                  <a:pt x="4917694" y="814832"/>
                  <a:pt x="4918901" y="815912"/>
                </a:cubicBezTo>
                <a:cubicBezTo>
                  <a:pt x="5046663" y="931355"/>
                  <a:pt x="5218748" y="1020255"/>
                  <a:pt x="5408740" y="939355"/>
                </a:cubicBezTo>
                <a:cubicBezTo>
                  <a:pt x="5410454" y="938657"/>
                  <a:pt x="5412296" y="939165"/>
                  <a:pt x="5413756" y="940816"/>
                </a:cubicBezTo>
                <a:cubicBezTo>
                  <a:pt x="5450523" y="982726"/>
                  <a:pt x="5463604" y="1016952"/>
                  <a:pt x="5517325" y="1053275"/>
                </a:cubicBezTo>
                <a:cubicBezTo>
                  <a:pt x="5587937" y="1101027"/>
                  <a:pt x="5788533" y="1161923"/>
                  <a:pt x="5877878" y="1161923"/>
                </a:cubicBezTo>
                <a:lnTo>
                  <a:pt x="6102985" y="1161923"/>
                </a:lnTo>
                <a:cubicBezTo>
                  <a:pt x="6152642" y="1158621"/>
                  <a:pt x="6232335" y="1163511"/>
                  <a:pt x="6254623" y="1162241"/>
                </a:cubicBezTo>
                <a:cubicBezTo>
                  <a:pt x="6435979" y="1151700"/>
                  <a:pt x="6701028" y="1102233"/>
                  <a:pt x="6760210" y="942912"/>
                </a:cubicBezTo>
                <a:cubicBezTo>
                  <a:pt x="6761481" y="939419"/>
                  <a:pt x="6763766" y="937324"/>
                  <a:pt x="6766179" y="937705"/>
                </a:cubicBezTo>
                <a:cubicBezTo>
                  <a:pt x="6811963" y="944436"/>
                  <a:pt x="6851714" y="964565"/>
                  <a:pt x="6899910" y="968058"/>
                </a:cubicBezTo>
                <a:cubicBezTo>
                  <a:pt x="7043103" y="978535"/>
                  <a:pt x="7178675" y="906018"/>
                  <a:pt x="7260082" y="814832"/>
                </a:cubicBezTo>
                <a:cubicBezTo>
                  <a:pt x="7261352" y="813372"/>
                  <a:pt x="7262876" y="812800"/>
                  <a:pt x="7264464" y="813181"/>
                </a:cubicBezTo>
                <a:cubicBezTo>
                  <a:pt x="7405434" y="850710"/>
                  <a:pt x="7632764" y="901573"/>
                  <a:pt x="7697344" y="751078"/>
                </a:cubicBezTo>
                <a:cubicBezTo>
                  <a:pt x="7710869" y="719582"/>
                  <a:pt x="7704201" y="693547"/>
                  <a:pt x="7730554" y="661924"/>
                </a:cubicBezTo>
                <a:cubicBezTo>
                  <a:pt x="7857998" y="509270"/>
                  <a:pt x="8396859" y="593598"/>
                  <a:pt x="8607616" y="517652"/>
                </a:cubicBezTo>
                <a:cubicBezTo>
                  <a:pt x="8642096" y="505206"/>
                  <a:pt x="8661400" y="488379"/>
                  <a:pt x="8691308" y="473456"/>
                </a:cubicBezTo>
                <a:cubicBezTo>
                  <a:pt x="8693150" y="472504"/>
                  <a:pt x="8695119" y="473139"/>
                  <a:pt x="8696706" y="475044"/>
                </a:cubicBezTo>
                <a:cubicBezTo>
                  <a:pt x="8730742" y="514858"/>
                  <a:pt x="8802306" y="531241"/>
                  <a:pt x="8858314" y="539814"/>
                </a:cubicBezTo>
                <a:cubicBezTo>
                  <a:pt x="9055544" y="569976"/>
                  <a:pt x="9438767" y="535305"/>
                  <a:pt x="9594659" y="620713"/>
                </a:cubicBezTo>
                <a:cubicBezTo>
                  <a:pt x="9693339" y="674815"/>
                  <a:pt x="9653524" y="756793"/>
                  <a:pt x="9728708" y="813499"/>
                </a:cubicBezTo>
                <a:cubicBezTo>
                  <a:pt x="9822752" y="884428"/>
                  <a:pt x="9996043" y="844931"/>
                  <a:pt x="10104882" y="814705"/>
                </a:cubicBezTo>
                <a:cubicBezTo>
                  <a:pt x="10106216" y="814324"/>
                  <a:pt x="10107549" y="814705"/>
                  <a:pt x="10108756" y="815785"/>
                </a:cubicBezTo>
                <a:cubicBezTo>
                  <a:pt x="10236518" y="931227"/>
                  <a:pt x="10408603" y="1020127"/>
                  <a:pt x="10598594" y="939229"/>
                </a:cubicBezTo>
                <a:cubicBezTo>
                  <a:pt x="10600309" y="938530"/>
                  <a:pt x="10602151" y="939038"/>
                  <a:pt x="10603611" y="940689"/>
                </a:cubicBezTo>
                <a:cubicBezTo>
                  <a:pt x="10640378" y="982599"/>
                  <a:pt x="10653458" y="1016826"/>
                  <a:pt x="10707180" y="1053148"/>
                </a:cubicBezTo>
                <a:cubicBezTo>
                  <a:pt x="10777792" y="1100900"/>
                  <a:pt x="10978388" y="1161796"/>
                  <a:pt x="11067732" y="1161796"/>
                </a:cubicBezTo>
                <a:lnTo>
                  <a:pt x="11303508" y="1161796"/>
                </a:lnTo>
                <a:cubicBezTo>
                  <a:pt x="11307001" y="1161796"/>
                  <a:pt x="11309858" y="1166622"/>
                  <a:pt x="11309858" y="1172655"/>
                </a:cubicBezTo>
                <a:lnTo>
                  <a:pt x="11318367" y="4576064"/>
                </a:lnTo>
                <a:lnTo>
                  <a:pt x="11308397" y="5259070"/>
                </a:lnTo>
                <a:close/>
              </a:path>
            </a:pathLst>
          </a:custGeom>
          <a:solidFill>
            <a:schemeClr val="lt1"/>
          </a:solidFill>
          <a:ln w="9525">
            <a:solidFill>
              <a:srgbClr val="F9EDD9"/>
            </a:solidFill>
            <a:round/>
          </a:ln>
          <a:effectLst>
            <a:outerShdw blurRad="57240" dist="37952" dir="13916061" algn="bl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title"/>
          </p:nvPr>
        </p:nvSpPr>
        <p:spPr>
          <a:xfrm>
            <a:off x="1233540" y="939240"/>
            <a:ext cx="6352920" cy="2238120"/>
          </a:xfrm>
          <a:prstGeom prst="rect">
            <a:avLst/>
          </a:prstGeom>
          <a:noFill/>
          <a:ln w="0">
            <a:noFill/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57240" dist="19080" dir="5400000" rotWithShape="0">
              <a:srgbClr val="000000">
                <a:alpha val="50000"/>
              </a:srgbClr>
            </a:outerShdw>
          </a:effectLst>
        </p:spPr>
        <p:txBody>
          <a:bodyPr lIns="91440" tIns="91440" rIns="91440" bIns="91440" anchor="t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800" dirty="0">
                <a:solidFill>
                  <a:schemeClr val="dk1"/>
                </a:solidFill>
                <a:latin typeface="Monsieur La Doulaise"/>
                <a:ea typeface="Aboreto"/>
              </a:rPr>
              <a:t>01. </a:t>
            </a:r>
            <a:r>
              <a:rPr lang="en-US" sz="3800" dirty="0">
                <a:solidFill>
                  <a:schemeClr val="dk1"/>
                </a:solidFill>
                <a:latin typeface="Monsieur La Doulaise"/>
              </a:rPr>
              <a:t>Introduction</a:t>
            </a:r>
            <a:r>
              <a:rPr lang="en-US" sz="3800" u="none" strike="noStrike" dirty="0">
                <a:solidFill>
                  <a:schemeClr val="dk1"/>
                </a:solidFill>
                <a:effectLst/>
                <a:uFillTx/>
                <a:latin typeface="Monsieur La Doulaise"/>
                <a:ea typeface="Aboreto"/>
              </a:rPr>
              <a:t> to Hoysala Sacred</a:t>
            </a:r>
            <a:r>
              <a:rPr lang="en-US" sz="3800" u="none" strike="noStrike" dirty="0">
                <a:solidFill>
                  <a:schemeClr val="dk1"/>
                </a:solidFill>
                <a:effectLst/>
                <a:uFillTx/>
                <a:latin typeface="Aboreto"/>
                <a:ea typeface="Aboreto"/>
              </a:rPr>
              <a:t> </a:t>
            </a:r>
            <a:r>
              <a:rPr lang="en-US" sz="3800" dirty="0">
                <a:solidFill>
                  <a:schemeClr val="dk1"/>
                </a:solidFill>
                <a:latin typeface="Monsieur La Doulaise"/>
              </a:rPr>
              <a:t>Ensembles</a:t>
            </a:r>
            <a:endParaRPr lang="fr-FR" sz="3800" dirty="0">
              <a:solidFill>
                <a:schemeClr val="dk1"/>
              </a:solidFill>
              <a:latin typeface="Monsieur La Doulaise"/>
            </a:endParaRPr>
          </a:p>
        </p:txBody>
      </p:sp>
      <p:grpSp>
        <p:nvGrpSpPr>
          <p:cNvPr id="83" name="Google Shape;241;p32"/>
          <p:cNvGrpSpPr/>
          <p:nvPr/>
        </p:nvGrpSpPr>
        <p:grpSpPr>
          <a:xfrm>
            <a:off x="205560" y="286200"/>
            <a:ext cx="8740080" cy="4484520"/>
            <a:chOff x="205560" y="286200"/>
            <a:chExt cx="8740080" cy="4484520"/>
          </a:xfrm>
        </p:grpSpPr>
        <p:sp>
          <p:nvSpPr>
            <p:cNvPr id="84" name="Google Shape;242;p32"/>
            <p:cNvSpPr/>
            <p:nvPr/>
          </p:nvSpPr>
          <p:spPr>
            <a:xfrm>
              <a:off x="4410000" y="286200"/>
              <a:ext cx="324000" cy="324000"/>
            </a:xfrm>
            <a:prstGeom prst="star8">
              <a:avLst>
                <a:gd name="adj" fmla="val 37500"/>
              </a:avLst>
            </a:prstGeom>
            <a:noFill/>
            <a:ln w="9525">
              <a:solidFill>
                <a:srgbClr val="F9EDD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5" name="Google Shape;243;p32"/>
            <p:cNvSpPr/>
            <p:nvPr/>
          </p:nvSpPr>
          <p:spPr>
            <a:xfrm>
              <a:off x="4410000" y="4446720"/>
              <a:ext cx="324000" cy="324000"/>
            </a:xfrm>
            <a:prstGeom prst="star8">
              <a:avLst>
                <a:gd name="adj" fmla="val 37500"/>
              </a:avLst>
            </a:prstGeom>
            <a:noFill/>
            <a:ln w="9525">
              <a:solidFill>
                <a:srgbClr val="F9EDD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86" name="Google Shape;244;p32"/>
            <p:cNvGrpSpPr/>
            <p:nvPr/>
          </p:nvGrpSpPr>
          <p:grpSpPr>
            <a:xfrm>
              <a:off x="205560" y="833760"/>
              <a:ext cx="172800" cy="3252600"/>
              <a:chOff x="205560" y="833760"/>
              <a:chExt cx="172800" cy="3252600"/>
            </a:xfrm>
          </p:grpSpPr>
          <p:cxnSp>
            <p:nvCxnSpPr>
              <p:cNvPr id="87" name="Google Shape;245;p32"/>
              <p:cNvCxnSpPr/>
              <p:nvPr/>
            </p:nvCxnSpPr>
            <p:spPr>
              <a:xfrm>
                <a:off x="291960" y="939240"/>
                <a:ext cx="360" cy="3041280"/>
              </a:xfrm>
              <a:prstGeom prst="straightConnector1">
                <a:avLst/>
              </a:prstGeom>
              <a:ln w="9525">
                <a:solidFill>
                  <a:srgbClr val="F9EDD9"/>
                </a:solidFill>
                <a:round/>
              </a:ln>
            </p:spPr>
          </p:cxnSp>
          <p:sp>
            <p:nvSpPr>
              <p:cNvPr id="88" name="Google Shape;247;p32"/>
              <p:cNvSpPr/>
              <p:nvPr/>
            </p:nvSpPr>
            <p:spPr>
              <a:xfrm>
                <a:off x="205560" y="2373840"/>
                <a:ext cx="172800" cy="172800"/>
              </a:xfrm>
              <a:prstGeom prst="star4">
                <a:avLst>
                  <a:gd name="adj" fmla="val 25578"/>
                </a:avLst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1320" bIns="313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9" name="Google Shape;248;p32"/>
              <p:cNvSpPr/>
              <p:nvPr/>
            </p:nvSpPr>
            <p:spPr>
              <a:xfrm>
                <a:off x="238680" y="833760"/>
                <a:ext cx="106200" cy="10620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7440" bIns="37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0" name="Google Shape;246;p32"/>
              <p:cNvSpPr/>
              <p:nvPr/>
            </p:nvSpPr>
            <p:spPr>
              <a:xfrm>
                <a:off x="238680" y="3980160"/>
                <a:ext cx="106200" cy="10620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7440" bIns="37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91" name="Google Shape;249;p32"/>
            <p:cNvGrpSpPr/>
            <p:nvPr/>
          </p:nvGrpSpPr>
          <p:grpSpPr>
            <a:xfrm>
              <a:off x="8772840" y="833760"/>
              <a:ext cx="172800" cy="3252600"/>
              <a:chOff x="8772840" y="833760"/>
              <a:chExt cx="172800" cy="3252600"/>
            </a:xfrm>
          </p:grpSpPr>
          <p:cxnSp>
            <p:nvCxnSpPr>
              <p:cNvPr id="92" name="Google Shape;250;p32"/>
              <p:cNvCxnSpPr/>
              <p:nvPr/>
            </p:nvCxnSpPr>
            <p:spPr>
              <a:xfrm>
                <a:off x="8859240" y="939240"/>
                <a:ext cx="360" cy="3041280"/>
              </a:xfrm>
              <a:prstGeom prst="straightConnector1">
                <a:avLst/>
              </a:prstGeom>
              <a:ln w="9525">
                <a:solidFill>
                  <a:srgbClr val="F9EDD9"/>
                </a:solidFill>
                <a:round/>
              </a:ln>
            </p:spPr>
          </p:cxnSp>
          <p:sp>
            <p:nvSpPr>
              <p:cNvPr id="93" name="Google Shape;252;p32"/>
              <p:cNvSpPr/>
              <p:nvPr/>
            </p:nvSpPr>
            <p:spPr>
              <a:xfrm>
                <a:off x="8772840" y="2373840"/>
                <a:ext cx="172800" cy="172800"/>
              </a:xfrm>
              <a:prstGeom prst="star4">
                <a:avLst>
                  <a:gd name="adj" fmla="val 25578"/>
                </a:avLst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1320" bIns="313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4" name="Google Shape;253;p32"/>
              <p:cNvSpPr/>
              <p:nvPr/>
            </p:nvSpPr>
            <p:spPr>
              <a:xfrm>
                <a:off x="8806320" y="833760"/>
                <a:ext cx="106200" cy="10620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7440" bIns="37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5" name="Google Shape;251;p32"/>
              <p:cNvSpPr/>
              <p:nvPr/>
            </p:nvSpPr>
            <p:spPr>
              <a:xfrm>
                <a:off x="8806320" y="3980160"/>
                <a:ext cx="106200" cy="10620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7440" bIns="37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2"/>
          <p:cNvSpPr>
            <a:spLocks noGrp="1"/>
          </p:cNvSpPr>
          <p:nvPr>
            <p:ph type="subTitle"/>
          </p:nvPr>
        </p:nvSpPr>
        <p:spPr>
          <a:xfrm>
            <a:off x="1306980" y="581352"/>
            <a:ext cx="3630780" cy="3602028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10000"/>
          </a:bodyPr>
          <a:lstStyle/>
          <a:p>
            <a:pPr indent="0" algn="ctr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700" b="0" u="none" strike="noStrike" dirty="0">
                <a:solidFill>
                  <a:schemeClr val="dk1"/>
                </a:solidFill>
                <a:effectLst/>
                <a:uFillTx/>
                <a:latin typeface="Alegreya Sans"/>
                <a:ea typeface="Alegreya Sans"/>
              </a:rPr>
              <a:t>Nestled in Karnataka, the </a:t>
            </a:r>
            <a:r>
              <a:rPr lang="en-US" sz="1700" b="1" i="1" u="none" strike="noStrike" dirty="0">
                <a:solidFill>
                  <a:schemeClr val="dk1"/>
                </a:solidFill>
                <a:effectLst/>
                <a:uFillTx/>
                <a:latin typeface="Alegreya Sans"/>
                <a:ea typeface="Alegreya Sans"/>
              </a:rPr>
              <a:t>Sacred Ensembles of the </a:t>
            </a:r>
            <a:r>
              <a:rPr lang="en-US" sz="1700" b="1" i="1" u="none" strike="noStrike" dirty="0" err="1">
                <a:solidFill>
                  <a:schemeClr val="dk1"/>
                </a:solidFill>
                <a:effectLst/>
                <a:uFillTx/>
                <a:latin typeface="Alegreya Sans"/>
                <a:ea typeface="Alegreya Sans"/>
              </a:rPr>
              <a:t>Hoysalas</a:t>
            </a:r>
            <a:r>
              <a:rPr lang="en-US" sz="1700" b="0" u="none" strike="noStrike" dirty="0">
                <a:solidFill>
                  <a:schemeClr val="dk1"/>
                </a:solidFill>
                <a:effectLst/>
                <a:uFillTx/>
                <a:latin typeface="Alegreya Sans"/>
                <a:ea typeface="Alegreya Sans"/>
              </a:rPr>
              <a:t> represent a pinnacle of medieval South Indian temple architecture. Built during the 12th and 13th centuries by the </a:t>
            </a:r>
            <a:r>
              <a:rPr lang="en-US" sz="1700" b="1" u="none" strike="noStrike" dirty="0">
                <a:solidFill>
                  <a:schemeClr val="dk1"/>
                </a:solidFill>
                <a:effectLst/>
                <a:uFillTx/>
                <a:latin typeface="Alegreya Sans"/>
                <a:ea typeface="Alegreya Sans"/>
              </a:rPr>
              <a:t>Hoysala dynasty</a:t>
            </a:r>
            <a:r>
              <a:rPr lang="en-US" sz="1700" b="0" u="none" strike="noStrike" dirty="0">
                <a:solidFill>
                  <a:schemeClr val="dk1"/>
                </a:solidFill>
                <a:effectLst/>
                <a:uFillTx/>
                <a:latin typeface="Alegreya Sans"/>
                <a:ea typeface="Alegreya Sans"/>
              </a:rPr>
              <a:t>, these temples blend devotion and artistry, symbolizing a rich spiritual and cultural heritage recognized globally.</a:t>
            </a:r>
            <a:endParaRPr lang="en-US" sz="17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75" name="Google Shape;260;p33"/>
          <p:cNvGrpSpPr/>
          <p:nvPr/>
        </p:nvGrpSpPr>
        <p:grpSpPr>
          <a:xfrm>
            <a:off x="-1551960" y="-58320"/>
            <a:ext cx="4029120" cy="5263200"/>
            <a:chOff x="-1551960" y="-58320"/>
            <a:chExt cx="4029120" cy="5263200"/>
          </a:xfrm>
        </p:grpSpPr>
        <p:sp>
          <p:nvSpPr>
            <p:cNvPr id="76" name="Google Shape;261;p33"/>
            <p:cNvSpPr/>
            <p:nvPr/>
          </p:nvSpPr>
          <p:spPr>
            <a:xfrm>
              <a:off x="-1551960" y="-58320"/>
              <a:ext cx="4029120" cy="5263200"/>
            </a:xfrm>
            <a:custGeom>
              <a:avLst/>
              <a:gdLst>
                <a:gd name="textAreaLeft" fmla="*/ 0 w 4029120"/>
                <a:gd name="textAreaRight" fmla="*/ 4029480 w 4029120"/>
                <a:gd name="textAreaTop" fmla="*/ 0 h 5263200"/>
                <a:gd name="textAreaBottom" fmla="*/ 5263560 h 5263200"/>
              </a:gdLst>
              <a:ahLst/>
              <a:cxnLst/>
              <a:rect l="textAreaLeft" t="textAreaTop" r="textAreaRight" b="textAreaBottom"/>
              <a:pathLst>
                <a:path w="5250243" h="6858000">
                  <a:moveTo>
                    <a:pt x="3848989" y="6719189"/>
                  </a:moveTo>
                  <a:lnTo>
                    <a:pt x="5250244" y="6858000"/>
                  </a:lnTo>
                  <a:lnTo>
                    <a:pt x="0" y="6858000"/>
                  </a:lnTo>
                  <a:lnTo>
                    <a:pt x="1401255" y="6719189"/>
                  </a:lnTo>
                  <a:cubicBezTo>
                    <a:pt x="1975358" y="6662356"/>
                    <a:pt x="2429510" y="6208205"/>
                    <a:pt x="2486343" y="5634101"/>
                  </a:cubicBezTo>
                  <a:lnTo>
                    <a:pt x="2609279" y="4392676"/>
                  </a:lnTo>
                  <a:lnTo>
                    <a:pt x="2565718" y="3952558"/>
                  </a:lnTo>
                  <a:cubicBezTo>
                    <a:pt x="2541397" y="3707003"/>
                    <a:pt x="2347087" y="3512693"/>
                    <a:pt x="2101533" y="3488372"/>
                  </a:cubicBezTo>
                  <a:lnTo>
                    <a:pt x="1501585" y="3429000"/>
                  </a:lnTo>
                  <a:lnTo>
                    <a:pt x="2101533" y="3369564"/>
                  </a:lnTo>
                  <a:cubicBezTo>
                    <a:pt x="2347087" y="3345244"/>
                    <a:pt x="2541397" y="3150997"/>
                    <a:pt x="2565718" y="2905379"/>
                  </a:cubicBezTo>
                  <a:lnTo>
                    <a:pt x="2608580" y="2472246"/>
                  </a:lnTo>
                  <a:lnTo>
                    <a:pt x="2486343" y="1237869"/>
                  </a:lnTo>
                  <a:cubicBezTo>
                    <a:pt x="2429510" y="663766"/>
                    <a:pt x="1975358" y="209613"/>
                    <a:pt x="1401255" y="152718"/>
                  </a:cubicBezTo>
                  <a:lnTo>
                    <a:pt x="0" y="13970"/>
                  </a:lnTo>
                  <a:lnTo>
                    <a:pt x="141224" y="0"/>
                  </a:lnTo>
                  <a:lnTo>
                    <a:pt x="5109020" y="0"/>
                  </a:lnTo>
                  <a:lnTo>
                    <a:pt x="5250244" y="13970"/>
                  </a:lnTo>
                  <a:lnTo>
                    <a:pt x="3848989" y="152718"/>
                  </a:lnTo>
                  <a:cubicBezTo>
                    <a:pt x="3274886" y="209613"/>
                    <a:pt x="2820734" y="663766"/>
                    <a:pt x="2763901" y="1237869"/>
                  </a:cubicBezTo>
                  <a:lnTo>
                    <a:pt x="2641664" y="2472246"/>
                  </a:lnTo>
                  <a:lnTo>
                    <a:pt x="2684526" y="2905379"/>
                  </a:lnTo>
                  <a:cubicBezTo>
                    <a:pt x="2708847" y="3150997"/>
                    <a:pt x="2903157" y="3345244"/>
                    <a:pt x="3148711" y="3369564"/>
                  </a:cubicBezTo>
                  <a:lnTo>
                    <a:pt x="3748659" y="3429000"/>
                  </a:lnTo>
                  <a:lnTo>
                    <a:pt x="3148711" y="3488372"/>
                  </a:lnTo>
                  <a:cubicBezTo>
                    <a:pt x="2903157" y="3512693"/>
                    <a:pt x="2708847" y="3707003"/>
                    <a:pt x="2684526" y="3952558"/>
                  </a:cubicBezTo>
                  <a:lnTo>
                    <a:pt x="2640965" y="4392676"/>
                  </a:lnTo>
                  <a:lnTo>
                    <a:pt x="2763901" y="5634101"/>
                  </a:lnTo>
                  <a:cubicBezTo>
                    <a:pt x="2820734" y="6208205"/>
                    <a:pt x="3274886" y="6662356"/>
                    <a:pt x="3848989" y="6719189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9EDD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" name="Google Shape;262;p33"/>
            <p:cNvSpPr/>
            <p:nvPr/>
          </p:nvSpPr>
          <p:spPr>
            <a:xfrm>
              <a:off x="376200" y="2485080"/>
              <a:ext cx="172800" cy="172800"/>
            </a:xfrm>
            <a:prstGeom prst="star4">
              <a:avLst>
                <a:gd name="adj" fmla="val 25578"/>
              </a:avLst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1320" bIns="3132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pic>
        <p:nvPicPr>
          <p:cNvPr id="1026" name="Picture 2" descr="Sacred Ensembles of the Hoysalas, Helebidu, Belur and Somenathpur">
            <a:extLst>
              <a:ext uri="{FF2B5EF4-FFF2-40B4-BE49-F238E27FC236}">
                <a16:creationId xmlns:a16="http://schemas.microsoft.com/office/drawing/2014/main" id="{7630972B-ADDC-D64B-023C-21848972E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290676"/>
            <a:ext cx="3760320" cy="4562148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1514520" y="476280"/>
            <a:ext cx="6905160" cy="1752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6100" b="0" u="none" strike="noStrike" dirty="0">
                <a:solidFill>
                  <a:schemeClr val="dk1"/>
                </a:solidFill>
                <a:effectLst/>
                <a:uFillTx/>
                <a:latin typeface="Monsieur La Doulaise"/>
                <a:ea typeface="Aboreto"/>
              </a:rPr>
              <a:t>Historical background of the Hoysala</a:t>
            </a:r>
            <a:r>
              <a:rPr lang="en-US" sz="4000" b="0" u="none" strike="noStrike" dirty="0">
                <a:solidFill>
                  <a:schemeClr val="dk1"/>
                </a:solidFill>
                <a:effectLst/>
                <a:uFillTx/>
                <a:latin typeface="Aboreto"/>
                <a:ea typeface="Aboreto"/>
              </a:rPr>
              <a:t> </a:t>
            </a:r>
            <a:r>
              <a:rPr lang="en-US" sz="6100" b="0" u="none" strike="noStrike" dirty="0">
                <a:solidFill>
                  <a:schemeClr val="dk1"/>
                </a:solidFill>
                <a:effectLst/>
                <a:uFillTx/>
                <a:latin typeface="Monsieur La Doulaise"/>
                <a:ea typeface="Aboreto"/>
              </a:rPr>
              <a:t>dynasty</a:t>
            </a:r>
            <a:endParaRPr lang="fr-FR" sz="6100" b="0" u="none" strike="noStrike" dirty="0">
              <a:solidFill>
                <a:schemeClr val="dk1"/>
              </a:solidFill>
              <a:effectLst/>
              <a:uFillTx/>
              <a:latin typeface="Monsieur La Doulaise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subTitle"/>
          </p:nvPr>
        </p:nvSpPr>
        <p:spPr>
          <a:xfrm>
            <a:off x="2126046" y="2228400"/>
            <a:ext cx="5067000" cy="2542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ctr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700" b="0" u="none" strike="noStrike" dirty="0">
                <a:solidFill>
                  <a:schemeClr val="dk1"/>
                </a:solidFill>
                <a:effectLst/>
                <a:uFillTx/>
                <a:latin typeface="Alegreya Sans"/>
                <a:ea typeface="Alegreya Sans"/>
              </a:rPr>
              <a:t>The Hoysala dynasty, ruling from the 11th to 14th centuries, was pivotal in advancing temple architecture in southern India. Under leaders such as King </a:t>
            </a:r>
            <a:r>
              <a:rPr lang="en-US" sz="1700" b="0" u="none" strike="noStrike" dirty="0" err="1">
                <a:solidFill>
                  <a:schemeClr val="dk1"/>
                </a:solidFill>
                <a:effectLst/>
                <a:uFillTx/>
                <a:latin typeface="Alegreya Sans"/>
                <a:ea typeface="Alegreya Sans"/>
              </a:rPr>
              <a:t>Vishnuvardhana</a:t>
            </a:r>
            <a:r>
              <a:rPr lang="en-US" sz="1700" b="0" u="none" strike="noStrike" dirty="0">
                <a:solidFill>
                  <a:schemeClr val="dk1"/>
                </a:solidFill>
                <a:effectLst/>
                <a:uFillTx/>
                <a:latin typeface="Alegreya Sans"/>
                <a:ea typeface="Alegreya Sans"/>
              </a:rPr>
              <a:t>, their reign marked a period of artistic and religious flourishing that left a lasting heritage reflected in their temples.</a:t>
            </a:r>
            <a:endParaRPr lang="en-US" sz="17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98" name="Google Shape;260;p33"/>
          <p:cNvGrpSpPr/>
          <p:nvPr/>
        </p:nvGrpSpPr>
        <p:grpSpPr>
          <a:xfrm>
            <a:off x="-1551960" y="-58320"/>
            <a:ext cx="4029120" cy="5263200"/>
            <a:chOff x="-1551960" y="-58320"/>
            <a:chExt cx="4029120" cy="5263200"/>
          </a:xfrm>
        </p:grpSpPr>
        <p:sp>
          <p:nvSpPr>
            <p:cNvPr id="99" name="Google Shape;261;p33"/>
            <p:cNvSpPr/>
            <p:nvPr/>
          </p:nvSpPr>
          <p:spPr>
            <a:xfrm>
              <a:off x="-1551960" y="-58320"/>
              <a:ext cx="4029120" cy="5263200"/>
            </a:xfrm>
            <a:custGeom>
              <a:avLst/>
              <a:gdLst>
                <a:gd name="textAreaLeft" fmla="*/ 0 w 4029120"/>
                <a:gd name="textAreaRight" fmla="*/ 4029480 w 4029120"/>
                <a:gd name="textAreaTop" fmla="*/ 0 h 5263200"/>
                <a:gd name="textAreaBottom" fmla="*/ 5263560 h 5263200"/>
              </a:gdLst>
              <a:ahLst/>
              <a:cxnLst/>
              <a:rect l="textAreaLeft" t="textAreaTop" r="textAreaRight" b="textAreaBottom"/>
              <a:pathLst>
                <a:path w="5250243" h="6858000">
                  <a:moveTo>
                    <a:pt x="3848989" y="6719189"/>
                  </a:moveTo>
                  <a:lnTo>
                    <a:pt x="5250244" y="6858000"/>
                  </a:lnTo>
                  <a:lnTo>
                    <a:pt x="0" y="6858000"/>
                  </a:lnTo>
                  <a:lnTo>
                    <a:pt x="1401255" y="6719189"/>
                  </a:lnTo>
                  <a:cubicBezTo>
                    <a:pt x="1975358" y="6662356"/>
                    <a:pt x="2429510" y="6208205"/>
                    <a:pt x="2486343" y="5634101"/>
                  </a:cubicBezTo>
                  <a:lnTo>
                    <a:pt x="2609279" y="4392676"/>
                  </a:lnTo>
                  <a:lnTo>
                    <a:pt x="2565718" y="3952558"/>
                  </a:lnTo>
                  <a:cubicBezTo>
                    <a:pt x="2541397" y="3707003"/>
                    <a:pt x="2347087" y="3512693"/>
                    <a:pt x="2101533" y="3488372"/>
                  </a:cubicBezTo>
                  <a:lnTo>
                    <a:pt x="1501585" y="3429000"/>
                  </a:lnTo>
                  <a:lnTo>
                    <a:pt x="2101533" y="3369564"/>
                  </a:lnTo>
                  <a:cubicBezTo>
                    <a:pt x="2347087" y="3345244"/>
                    <a:pt x="2541397" y="3150997"/>
                    <a:pt x="2565718" y="2905379"/>
                  </a:cubicBezTo>
                  <a:lnTo>
                    <a:pt x="2608580" y="2472246"/>
                  </a:lnTo>
                  <a:lnTo>
                    <a:pt x="2486343" y="1237869"/>
                  </a:lnTo>
                  <a:cubicBezTo>
                    <a:pt x="2429510" y="663766"/>
                    <a:pt x="1975358" y="209613"/>
                    <a:pt x="1401255" y="152718"/>
                  </a:cubicBezTo>
                  <a:lnTo>
                    <a:pt x="0" y="13970"/>
                  </a:lnTo>
                  <a:lnTo>
                    <a:pt x="141224" y="0"/>
                  </a:lnTo>
                  <a:lnTo>
                    <a:pt x="5109020" y="0"/>
                  </a:lnTo>
                  <a:lnTo>
                    <a:pt x="5250244" y="13970"/>
                  </a:lnTo>
                  <a:lnTo>
                    <a:pt x="3848989" y="152718"/>
                  </a:lnTo>
                  <a:cubicBezTo>
                    <a:pt x="3274886" y="209613"/>
                    <a:pt x="2820734" y="663766"/>
                    <a:pt x="2763901" y="1237869"/>
                  </a:cubicBezTo>
                  <a:lnTo>
                    <a:pt x="2641664" y="2472246"/>
                  </a:lnTo>
                  <a:lnTo>
                    <a:pt x="2684526" y="2905379"/>
                  </a:lnTo>
                  <a:cubicBezTo>
                    <a:pt x="2708847" y="3150997"/>
                    <a:pt x="2903157" y="3345244"/>
                    <a:pt x="3148711" y="3369564"/>
                  </a:cubicBezTo>
                  <a:lnTo>
                    <a:pt x="3748659" y="3429000"/>
                  </a:lnTo>
                  <a:lnTo>
                    <a:pt x="3148711" y="3488372"/>
                  </a:lnTo>
                  <a:cubicBezTo>
                    <a:pt x="2903157" y="3512693"/>
                    <a:pt x="2708847" y="3707003"/>
                    <a:pt x="2684526" y="3952558"/>
                  </a:cubicBezTo>
                  <a:lnTo>
                    <a:pt x="2640965" y="4392676"/>
                  </a:lnTo>
                  <a:lnTo>
                    <a:pt x="2763901" y="5634101"/>
                  </a:lnTo>
                  <a:cubicBezTo>
                    <a:pt x="2820734" y="6208205"/>
                    <a:pt x="3274886" y="6662356"/>
                    <a:pt x="3848989" y="6719189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9EDD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0" name="Google Shape;262;p33"/>
            <p:cNvSpPr/>
            <p:nvPr/>
          </p:nvSpPr>
          <p:spPr>
            <a:xfrm>
              <a:off x="376200" y="2485080"/>
              <a:ext cx="172800" cy="172800"/>
            </a:xfrm>
            <a:prstGeom prst="star4">
              <a:avLst>
                <a:gd name="adj" fmla="val 25578"/>
              </a:avLst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1320" bIns="3132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1514520" y="476280"/>
            <a:ext cx="6905160" cy="1752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6100" b="0" u="none" strike="noStrike" dirty="0">
                <a:solidFill>
                  <a:schemeClr val="dk1"/>
                </a:solidFill>
                <a:effectLst/>
                <a:uFillTx/>
                <a:latin typeface="Monsieur La Doulaise"/>
                <a:ea typeface="Aboreto"/>
              </a:rPr>
              <a:t>UNESCO World Heritage</a:t>
            </a:r>
            <a:r>
              <a:rPr lang="en-US" sz="4000" b="0" u="none" strike="noStrike" dirty="0">
                <a:solidFill>
                  <a:schemeClr val="dk1"/>
                </a:solidFill>
                <a:effectLst/>
                <a:uFillTx/>
                <a:latin typeface="Aboreto"/>
                <a:ea typeface="Aboreto"/>
              </a:rPr>
              <a:t> </a:t>
            </a:r>
            <a:r>
              <a:rPr lang="en-US" sz="6100" dirty="0">
                <a:solidFill>
                  <a:schemeClr val="dk1"/>
                </a:solidFill>
                <a:latin typeface="Monsieur La Doulaise"/>
                <a:ea typeface="Aboreto"/>
              </a:rPr>
              <a:t>R</a:t>
            </a:r>
            <a:r>
              <a:rPr lang="en-US" sz="6100" b="0" u="none" strike="noStrike" dirty="0">
                <a:solidFill>
                  <a:schemeClr val="dk1"/>
                </a:solidFill>
                <a:effectLst/>
                <a:uFillTx/>
                <a:latin typeface="Monsieur La Doulaise"/>
                <a:ea typeface="Aboreto"/>
              </a:rPr>
              <a:t>ecognition</a:t>
            </a:r>
            <a:endParaRPr lang="fr-FR" sz="6100" b="0" u="none" strike="noStrike" dirty="0">
              <a:solidFill>
                <a:schemeClr val="dk1"/>
              </a:solidFill>
              <a:effectLst/>
              <a:uFillTx/>
              <a:latin typeface="Monsieur La Doulaise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subTitle"/>
          </p:nvPr>
        </p:nvSpPr>
        <p:spPr>
          <a:xfrm>
            <a:off x="3352680" y="2371680"/>
            <a:ext cx="5067000" cy="2542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700" b="0" u="none" strike="noStrike" dirty="0">
                <a:solidFill>
                  <a:schemeClr val="dk1"/>
                </a:solidFill>
                <a:effectLst/>
                <a:uFillTx/>
                <a:latin typeface="Alegreya Sans"/>
                <a:ea typeface="Alegreya Sans"/>
              </a:rPr>
              <a:t>In 2023, the Sacred Ensembles of the </a:t>
            </a:r>
            <a:r>
              <a:rPr lang="en-US" sz="1700" b="0" u="none" strike="noStrike" dirty="0" err="1">
                <a:solidFill>
                  <a:schemeClr val="dk1"/>
                </a:solidFill>
                <a:effectLst/>
                <a:uFillTx/>
                <a:latin typeface="Alegreya Sans"/>
                <a:ea typeface="Alegreya Sans"/>
              </a:rPr>
              <a:t>Hoysalas</a:t>
            </a:r>
            <a:r>
              <a:rPr lang="en-US" sz="1700" b="0" u="none" strike="noStrike" dirty="0">
                <a:solidFill>
                  <a:schemeClr val="dk1"/>
                </a:solidFill>
                <a:effectLst/>
                <a:uFillTx/>
                <a:latin typeface="Alegreya Sans"/>
                <a:ea typeface="Alegreya Sans"/>
              </a:rPr>
              <a:t> were designated as a UNESCO World Heritage Site, acknowledging their exceptional architectural and cultural significance. This recognition highlights their global value as masterpieces of medieval Indian art and devotion.</a:t>
            </a:r>
            <a:endParaRPr lang="en-US" sz="17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103" name="Google Shape;260;p33"/>
          <p:cNvGrpSpPr/>
          <p:nvPr/>
        </p:nvGrpSpPr>
        <p:grpSpPr>
          <a:xfrm>
            <a:off x="-1551960" y="-58320"/>
            <a:ext cx="4029120" cy="5263200"/>
            <a:chOff x="-1551960" y="-58320"/>
            <a:chExt cx="4029120" cy="5263200"/>
          </a:xfrm>
        </p:grpSpPr>
        <p:sp>
          <p:nvSpPr>
            <p:cNvPr id="104" name="Google Shape;261;p33"/>
            <p:cNvSpPr/>
            <p:nvPr/>
          </p:nvSpPr>
          <p:spPr>
            <a:xfrm>
              <a:off x="-1551960" y="-58320"/>
              <a:ext cx="4029120" cy="5263200"/>
            </a:xfrm>
            <a:custGeom>
              <a:avLst/>
              <a:gdLst>
                <a:gd name="textAreaLeft" fmla="*/ 0 w 4029120"/>
                <a:gd name="textAreaRight" fmla="*/ 4029480 w 4029120"/>
                <a:gd name="textAreaTop" fmla="*/ 0 h 5263200"/>
                <a:gd name="textAreaBottom" fmla="*/ 5263560 h 5263200"/>
              </a:gdLst>
              <a:ahLst/>
              <a:cxnLst/>
              <a:rect l="textAreaLeft" t="textAreaTop" r="textAreaRight" b="textAreaBottom"/>
              <a:pathLst>
                <a:path w="5250243" h="6858000">
                  <a:moveTo>
                    <a:pt x="3848989" y="6719189"/>
                  </a:moveTo>
                  <a:lnTo>
                    <a:pt x="5250244" y="6858000"/>
                  </a:lnTo>
                  <a:lnTo>
                    <a:pt x="0" y="6858000"/>
                  </a:lnTo>
                  <a:lnTo>
                    <a:pt x="1401255" y="6719189"/>
                  </a:lnTo>
                  <a:cubicBezTo>
                    <a:pt x="1975358" y="6662356"/>
                    <a:pt x="2429510" y="6208205"/>
                    <a:pt x="2486343" y="5634101"/>
                  </a:cubicBezTo>
                  <a:lnTo>
                    <a:pt x="2609279" y="4392676"/>
                  </a:lnTo>
                  <a:lnTo>
                    <a:pt x="2565718" y="3952558"/>
                  </a:lnTo>
                  <a:cubicBezTo>
                    <a:pt x="2541397" y="3707003"/>
                    <a:pt x="2347087" y="3512693"/>
                    <a:pt x="2101533" y="3488372"/>
                  </a:cubicBezTo>
                  <a:lnTo>
                    <a:pt x="1501585" y="3429000"/>
                  </a:lnTo>
                  <a:lnTo>
                    <a:pt x="2101533" y="3369564"/>
                  </a:lnTo>
                  <a:cubicBezTo>
                    <a:pt x="2347087" y="3345244"/>
                    <a:pt x="2541397" y="3150997"/>
                    <a:pt x="2565718" y="2905379"/>
                  </a:cubicBezTo>
                  <a:lnTo>
                    <a:pt x="2608580" y="2472246"/>
                  </a:lnTo>
                  <a:lnTo>
                    <a:pt x="2486343" y="1237869"/>
                  </a:lnTo>
                  <a:cubicBezTo>
                    <a:pt x="2429510" y="663766"/>
                    <a:pt x="1975358" y="209613"/>
                    <a:pt x="1401255" y="152718"/>
                  </a:cubicBezTo>
                  <a:lnTo>
                    <a:pt x="0" y="13970"/>
                  </a:lnTo>
                  <a:lnTo>
                    <a:pt x="141224" y="0"/>
                  </a:lnTo>
                  <a:lnTo>
                    <a:pt x="5109020" y="0"/>
                  </a:lnTo>
                  <a:lnTo>
                    <a:pt x="5250244" y="13970"/>
                  </a:lnTo>
                  <a:lnTo>
                    <a:pt x="3848989" y="152718"/>
                  </a:lnTo>
                  <a:cubicBezTo>
                    <a:pt x="3274886" y="209613"/>
                    <a:pt x="2820734" y="663766"/>
                    <a:pt x="2763901" y="1237869"/>
                  </a:cubicBezTo>
                  <a:lnTo>
                    <a:pt x="2641664" y="2472246"/>
                  </a:lnTo>
                  <a:lnTo>
                    <a:pt x="2684526" y="2905379"/>
                  </a:lnTo>
                  <a:cubicBezTo>
                    <a:pt x="2708847" y="3150997"/>
                    <a:pt x="2903157" y="3345244"/>
                    <a:pt x="3148711" y="3369564"/>
                  </a:cubicBezTo>
                  <a:lnTo>
                    <a:pt x="3748659" y="3429000"/>
                  </a:lnTo>
                  <a:lnTo>
                    <a:pt x="3148711" y="3488372"/>
                  </a:lnTo>
                  <a:cubicBezTo>
                    <a:pt x="2903157" y="3512693"/>
                    <a:pt x="2708847" y="3707003"/>
                    <a:pt x="2684526" y="3952558"/>
                  </a:cubicBezTo>
                  <a:lnTo>
                    <a:pt x="2640965" y="4392676"/>
                  </a:lnTo>
                  <a:lnTo>
                    <a:pt x="2763901" y="5634101"/>
                  </a:lnTo>
                  <a:cubicBezTo>
                    <a:pt x="2820734" y="6208205"/>
                    <a:pt x="3274886" y="6662356"/>
                    <a:pt x="3848989" y="6719189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9EDD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5" name="Google Shape;262;p33"/>
            <p:cNvSpPr/>
            <p:nvPr/>
          </p:nvSpPr>
          <p:spPr>
            <a:xfrm>
              <a:off x="376200" y="2485080"/>
              <a:ext cx="172800" cy="172800"/>
            </a:xfrm>
            <a:prstGeom prst="star4">
              <a:avLst>
                <a:gd name="adj" fmla="val 25578"/>
              </a:avLst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1320" bIns="3132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218;p31"/>
          <p:cNvPicPr/>
          <p:nvPr/>
        </p:nvPicPr>
        <p:blipFill>
          <a:blip r:embed="rId2"/>
          <a:srcRect l="1285" r="1285"/>
          <a:stretch/>
        </p:blipFill>
        <p:spPr>
          <a:xfrm>
            <a:off x="5715720" y="0"/>
            <a:ext cx="342792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4000320" cy="1295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 dirty="0">
                <a:solidFill>
                  <a:schemeClr val="dk1"/>
                </a:solidFill>
                <a:effectLst/>
                <a:uFillTx/>
                <a:latin typeface="Aboreto"/>
                <a:ea typeface="Aboreto"/>
              </a:rPr>
              <a:t>Cultural and religious importance</a:t>
            </a:r>
            <a:endParaRPr lang="fr-FR" sz="3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302942" y="1754459"/>
            <a:ext cx="4529254" cy="2497621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500" b="0" u="none" strike="noStrike" dirty="0">
                <a:solidFill>
                  <a:schemeClr val="dk1"/>
                </a:solidFill>
                <a:effectLst/>
                <a:uFillTx/>
                <a:latin typeface="Alegreya Sans"/>
                <a:ea typeface="Alegreya Sans"/>
              </a:rPr>
              <a:t>The Hoysala temples serve as vital centers of </a:t>
            </a:r>
            <a:r>
              <a:rPr lang="en-US" sz="1500" b="1" u="none" strike="noStrike" dirty="0">
                <a:solidFill>
                  <a:schemeClr val="dk1"/>
                </a:solidFill>
                <a:effectLst/>
                <a:uFillTx/>
                <a:latin typeface="Alegreya Sans"/>
                <a:ea typeface="Alegreya Sans"/>
              </a:rPr>
              <a:t>spiritual worship and cultural expression</a:t>
            </a:r>
            <a:r>
              <a:rPr lang="en-US" sz="1500" b="0" u="none" strike="noStrike" dirty="0">
                <a:solidFill>
                  <a:schemeClr val="dk1"/>
                </a:solidFill>
                <a:effectLst/>
                <a:uFillTx/>
                <a:latin typeface="Alegreya Sans"/>
                <a:ea typeface="Alegreya Sans"/>
              </a:rPr>
              <a:t>. They preserve important narratives from Indian epics such as the </a:t>
            </a:r>
            <a:r>
              <a:rPr lang="en-US" sz="1500" b="0" i="1" u="none" strike="noStrike" dirty="0">
                <a:solidFill>
                  <a:schemeClr val="dk1"/>
                </a:solidFill>
                <a:effectLst/>
                <a:uFillTx/>
                <a:latin typeface="Alegreya Sans"/>
                <a:ea typeface="Alegreya Sans"/>
              </a:rPr>
              <a:t>Ramayana</a:t>
            </a:r>
            <a:r>
              <a:rPr lang="en-US" sz="1500" b="0" u="none" strike="noStrike" dirty="0">
                <a:solidFill>
                  <a:schemeClr val="dk1"/>
                </a:solidFill>
                <a:effectLst/>
                <a:uFillTx/>
                <a:latin typeface="Alegreya Sans"/>
                <a:ea typeface="Alegreya Sans"/>
              </a:rPr>
              <a:t> and </a:t>
            </a:r>
            <a:r>
              <a:rPr lang="en-US" sz="1500" b="0" i="1" u="none" strike="noStrike" dirty="0">
                <a:solidFill>
                  <a:schemeClr val="dk1"/>
                </a:solidFill>
                <a:effectLst/>
                <a:uFillTx/>
                <a:latin typeface="Alegreya Sans"/>
                <a:ea typeface="Alegreya Sans"/>
              </a:rPr>
              <a:t>Mahabharata</a:t>
            </a:r>
            <a:r>
              <a:rPr lang="en-US" sz="1500" b="0" u="none" strike="noStrike" dirty="0">
                <a:solidFill>
                  <a:schemeClr val="dk1"/>
                </a:solidFill>
                <a:effectLst/>
                <a:uFillTx/>
                <a:latin typeface="Alegreya Sans"/>
                <a:ea typeface="Alegreya Sans"/>
              </a:rPr>
              <a:t>, reflecting deep religious devotion. These ensembles also functioned historically as hubs for </a:t>
            </a:r>
            <a:r>
              <a:rPr lang="en-US" sz="1500" b="1" u="none" strike="noStrike" dirty="0">
                <a:solidFill>
                  <a:schemeClr val="dk1"/>
                </a:solidFill>
                <a:effectLst/>
                <a:uFillTx/>
                <a:latin typeface="Alegreya Sans"/>
                <a:ea typeface="Alegreya Sans"/>
              </a:rPr>
              <a:t>artistic, social, and community activities</a:t>
            </a:r>
            <a:r>
              <a:rPr lang="en-US" sz="1500" b="0" u="none" strike="noStrike" dirty="0">
                <a:solidFill>
                  <a:schemeClr val="dk1"/>
                </a:solidFill>
                <a:effectLst/>
                <a:uFillTx/>
                <a:latin typeface="Alegreya Sans"/>
                <a:ea typeface="Alegreya Sans"/>
              </a:rPr>
              <a:t>, embodying the cultural ethos of the period.</a:t>
            </a:r>
            <a:endParaRPr lang="fr-FR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9" name="Google Shape;221;p31"/>
          <p:cNvGrpSpPr/>
          <p:nvPr/>
        </p:nvGrpSpPr>
        <p:grpSpPr>
          <a:xfrm>
            <a:off x="5577840" y="0"/>
            <a:ext cx="3565800" cy="5143320"/>
            <a:chOff x="5577840" y="0"/>
            <a:chExt cx="3565800" cy="5143320"/>
          </a:xfrm>
        </p:grpSpPr>
        <p:sp>
          <p:nvSpPr>
            <p:cNvPr id="110" name="Google Shape;222;p31"/>
            <p:cNvSpPr/>
            <p:nvPr/>
          </p:nvSpPr>
          <p:spPr>
            <a:xfrm>
              <a:off x="5577840" y="0"/>
              <a:ext cx="3565800" cy="5143320"/>
            </a:xfrm>
            <a:custGeom>
              <a:avLst/>
              <a:gdLst>
                <a:gd name="textAreaLeft" fmla="*/ 0 w 3565800"/>
                <a:gd name="textAreaRight" fmla="*/ 3566160 w 3565800"/>
                <a:gd name="textAreaTop" fmla="*/ 0 h 5143320"/>
                <a:gd name="textAreaBottom" fmla="*/ 5143680 h 5143320"/>
              </a:gdLst>
              <a:ahLst/>
              <a:cxnLst/>
              <a:rect l="textAreaLeft" t="textAreaTop" r="textAreaRight" b="textAreaBottom"/>
              <a:pathLst>
                <a:path w="4750227" h="6851655">
                  <a:moveTo>
                    <a:pt x="0" y="0"/>
                  </a:moveTo>
                  <a:lnTo>
                    <a:pt x="0" y="6851656"/>
                  </a:lnTo>
                  <a:lnTo>
                    <a:pt x="4750228" y="6851656"/>
                  </a:lnTo>
                  <a:lnTo>
                    <a:pt x="4750228" y="0"/>
                  </a:lnTo>
                  <a:lnTo>
                    <a:pt x="0" y="0"/>
                  </a:lnTo>
                  <a:close/>
                  <a:moveTo>
                    <a:pt x="4455733" y="5254205"/>
                  </a:moveTo>
                  <a:cubicBezTo>
                    <a:pt x="4455733" y="5259217"/>
                    <a:pt x="4454020" y="5263404"/>
                    <a:pt x="4451800" y="5264546"/>
                  </a:cubicBezTo>
                  <a:cubicBezTo>
                    <a:pt x="4375670" y="5302040"/>
                    <a:pt x="4349152" y="5373158"/>
                    <a:pt x="4386963" y="5455568"/>
                  </a:cubicBezTo>
                  <a:cubicBezTo>
                    <a:pt x="4391785" y="5466036"/>
                    <a:pt x="4405932" y="5464323"/>
                    <a:pt x="4405868" y="5478597"/>
                  </a:cubicBezTo>
                  <a:cubicBezTo>
                    <a:pt x="4405868" y="5484116"/>
                    <a:pt x="4403584" y="5488367"/>
                    <a:pt x="4401047" y="5488557"/>
                  </a:cubicBezTo>
                  <a:cubicBezTo>
                    <a:pt x="4201841" y="5500801"/>
                    <a:pt x="3970534" y="5573886"/>
                    <a:pt x="3878418" y="5772330"/>
                  </a:cubicBezTo>
                  <a:cubicBezTo>
                    <a:pt x="3875055" y="5779626"/>
                    <a:pt x="3858180" y="5822449"/>
                    <a:pt x="3857101" y="5827143"/>
                  </a:cubicBezTo>
                  <a:cubicBezTo>
                    <a:pt x="3828426" y="5951869"/>
                    <a:pt x="3879369" y="6036880"/>
                    <a:pt x="3731361" y="6092518"/>
                  </a:cubicBezTo>
                  <a:cubicBezTo>
                    <a:pt x="3702178" y="6103493"/>
                    <a:pt x="3592615" y="6120242"/>
                    <a:pt x="3585953" y="6124810"/>
                  </a:cubicBezTo>
                  <a:cubicBezTo>
                    <a:pt x="3583226" y="6126649"/>
                    <a:pt x="3577579" y="6148600"/>
                    <a:pt x="3569586" y="6158307"/>
                  </a:cubicBezTo>
                  <a:cubicBezTo>
                    <a:pt x="3482861" y="6263746"/>
                    <a:pt x="3257708" y="6231962"/>
                    <a:pt x="3137424" y="6231454"/>
                  </a:cubicBezTo>
                  <a:cubicBezTo>
                    <a:pt x="2942532" y="6230630"/>
                    <a:pt x="2540125" y="6211914"/>
                    <a:pt x="2396176" y="6359669"/>
                  </a:cubicBezTo>
                  <a:cubicBezTo>
                    <a:pt x="2386977" y="6369122"/>
                    <a:pt x="2394971" y="6381430"/>
                    <a:pt x="2377651" y="6378892"/>
                  </a:cubicBezTo>
                  <a:cubicBezTo>
                    <a:pt x="2374670" y="6378448"/>
                    <a:pt x="2347263" y="6338734"/>
                    <a:pt x="2338191" y="6332580"/>
                  </a:cubicBezTo>
                  <a:cubicBezTo>
                    <a:pt x="2235099" y="6262287"/>
                    <a:pt x="2035069" y="6237481"/>
                    <a:pt x="1911612" y="6231391"/>
                  </a:cubicBezTo>
                  <a:cubicBezTo>
                    <a:pt x="1753580" y="6223588"/>
                    <a:pt x="1301117" y="6279733"/>
                    <a:pt x="1196819" y="6169853"/>
                  </a:cubicBezTo>
                  <a:cubicBezTo>
                    <a:pt x="1184765" y="6157165"/>
                    <a:pt x="1179183" y="6132930"/>
                    <a:pt x="1170428" y="6127347"/>
                  </a:cubicBezTo>
                  <a:cubicBezTo>
                    <a:pt x="1153108" y="6116245"/>
                    <a:pt x="1057375" y="6105524"/>
                    <a:pt x="1023625" y="6092708"/>
                  </a:cubicBezTo>
                  <a:cubicBezTo>
                    <a:pt x="889193" y="6041575"/>
                    <a:pt x="928907" y="5948443"/>
                    <a:pt x="905561" y="5834946"/>
                  </a:cubicBezTo>
                  <a:cubicBezTo>
                    <a:pt x="895664" y="5786985"/>
                    <a:pt x="867749" y="5740419"/>
                    <a:pt x="839708" y="5701466"/>
                  </a:cubicBezTo>
                  <a:cubicBezTo>
                    <a:pt x="827084" y="5683956"/>
                    <a:pt x="777917" y="5633330"/>
                    <a:pt x="760724" y="5620134"/>
                  </a:cubicBezTo>
                  <a:cubicBezTo>
                    <a:pt x="645959" y="5532395"/>
                    <a:pt x="507149" y="5499215"/>
                    <a:pt x="366564" y="5489509"/>
                  </a:cubicBezTo>
                  <a:cubicBezTo>
                    <a:pt x="361742" y="5489192"/>
                    <a:pt x="359902" y="5475742"/>
                    <a:pt x="363836" y="5469715"/>
                  </a:cubicBezTo>
                  <a:cubicBezTo>
                    <a:pt x="384454" y="5438248"/>
                    <a:pt x="400885" y="5402848"/>
                    <a:pt x="394414" y="5362817"/>
                  </a:cubicBezTo>
                  <a:cubicBezTo>
                    <a:pt x="385913" y="5309780"/>
                    <a:pt x="318919" y="5272730"/>
                    <a:pt x="304010" y="5257314"/>
                  </a:cubicBezTo>
                  <a:cubicBezTo>
                    <a:pt x="302234" y="5255474"/>
                    <a:pt x="301156" y="5251350"/>
                    <a:pt x="301283" y="5247036"/>
                  </a:cubicBezTo>
                  <a:cubicBezTo>
                    <a:pt x="307309" y="4998727"/>
                    <a:pt x="306865" y="4749847"/>
                    <a:pt x="306041" y="4501158"/>
                  </a:cubicBezTo>
                  <a:cubicBezTo>
                    <a:pt x="302424" y="3409651"/>
                    <a:pt x="318221" y="2311038"/>
                    <a:pt x="306104" y="1210840"/>
                  </a:cubicBezTo>
                  <a:cubicBezTo>
                    <a:pt x="305977" y="1200753"/>
                    <a:pt x="305279" y="1191237"/>
                    <a:pt x="302995" y="1181784"/>
                  </a:cubicBezTo>
                  <a:cubicBezTo>
                    <a:pt x="301473" y="1175440"/>
                    <a:pt x="303059" y="1167510"/>
                    <a:pt x="306294" y="1166050"/>
                  </a:cubicBezTo>
                  <a:cubicBezTo>
                    <a:pt x="332242" y="1154377"/>
                    <a:pt x="429941" y="1162942"/>
                    <a:pt x="452590" y="1161229"/>
                  </a:cubicBezTo>
                  <a:cubicBezTo>
                    <a:pt x="596221" y="1150698"/>
                    <a:pt x="806148" y="1101277"/>
                    <a:pt x="853031" y="942103"/>
                  </a:cubicBezTo>
                  <a:cubicBezTo>
                    <a:pt x="854046" y="938613"/>
                    <a:pt x="855822" y="936520"/>
                    <a:pt x="857726" y="936900"/>
                  </a:cubicBezTo>
                  <a:cubicBezTo>
                    <a:pt x="894014" y="943625"/>
                    <a:pt x="925481" y="963736"/>
                    <a:pt x="963609" y="967225"/>
                  </a:cubicBezTo>
                  <a:cubicBezTo>
                    <a:pt x="1077042" y="977693"/>
                    <a:pt x="1184385" y="905243"/>
                    <a:pt x="1248905" y="814142"/>
                  </a:cubicBezTo>
                  <a:cubicBezTo>
                    <a:pt x="1249920" y="812683"/>
                    <a:pt x="1251125" y="812112"/>
                    <a:pt x="1252330" y="812492"/>
                  </a:cubicBezTo>
                  <a:cubicBezTo>
                    <a:pt x="1363987" y="849986"/>
                    <a:pt x="1544097" y="900802"/>
                    <a:pt x="1595230" y="750447"/>
                  </a:cubicBezTo>
                  <a:cubicBezTo>
                    <a:pt x="1605952" y="718980"/>
                    <a:pt x="1600623" y="692969"/>
                    <a:pt x="1621559" y="661375"/>
                  </a:cubicBezTo>
                  <a:cubicBezTo>
                    <a:pt x="1722557" y="508862"/>
                    <a:pt x="2149326" y="593112"/>
                    <a:pt x="2316240" y="517237"/>
                  </a:cubicBezTo>
                  <a:cubicBezTo>
                    <a:pt x="2343520" y="504802"/>
                    <a:pt x="2358809" y="487990"/>
                    <a:pt x="2382536" y="473081"/>
                  </a:cubicBezTo>
                  <a:cubicBezTo>
                    <a:pt x="2383996" y="472130"/>
                    <a:pt x="2385582" y="472764"/>
                    <a:pt x="2386850" y="474668"/>
                  </a:cubicBezTo>
                  <a:cubicBezTo>
                    <a:pt x="2413813" y="514445"/>
                    <a:pt x="2470529" y="530813"/>
                    <a:pt x="2514875" y="539378"/>
                  </a:cubicBezTo>
                  <a:cubicBezTo>
                    <a:pt x="2671131" y="569512"/>
                    <a:pt x="2974634" y="534873"/>
                    <a:pt x="3098154" y="620202"/>
                  </a:cubicBezTo>
                  <a:cubicBezTo>
                    <a:pt x="3176313" y="674254"/>
                    <a:pt x="3144783" y="756156"/>
                    <a:pt x="3204354" y="812809"/>
                  </a:cubicBezTo>
                  <a:cubicBezTo>
                    <a:pt x="3278835" y="883673"/>
                    <a:pt x="3416058" y="844213"/>
                    <a:pt x="3502274" y="814015"/>
                  </a:cubicBezTo>
                  <a:cubicBezTo>
                    <a:pt x="3503353" y="813634"/>
                    <a:pt x="3504432" y="814015"/>
                    <a:pt x="3505383" y="815093"/>
                  </a:cubicBezTo>
                  <a:cubicBezTo>
                    <a:pt x="3606572" y="930430"/>
                    <a:pt x="3742907" y="1019247"/>
                    <a:pt x="3893390" y="938423"/>
                  </a:cubicBezTo>
                  <a:cubicBezTo>
                    <a:pt x="3894722" y="937725"/>
                    <a:pt x="3896181" y="938233"/>
                    <a:pt x="3897387" y="939882"/>
                  </a:cubicBezTo>
                  <a:cubicBezTo>
                    <a:pt x="3926506" y="981754"/>
                    <a:pt x="3936847" y="1015948"/>
                    <a:pt x="3979416" y="1052237"/>
                  </a:cubicBezTo>
                  <a:cubicBezTo>
                    <a:pt x="4035371" y="1099945"/>
                    <a:pt x="4194228" y="1160785"/>
                    <a:pt x="4265029" y="1160785"/>
                  </a:cubicBezTo>
                  <a:lnTo>
                    <a:pt x="4451800" y="1160785"/>
                  </a:lnTo>
                  <a:cubicBezTo>
                    <a:pt x="4454591" y="1160785"/>
                    <a:pt x="4456812" y="1165606"/>
                    <a:pt x="4456812" y="1171633"/>
                  </a:cubicBezTo>
                  <a:lnTo>
                    <a:pt x="4463537" y="4571895"/>
                  </a:lnTo>
                  <a:lnTo>
                    <a:pt x="4455670" y="5254269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  <a:effectLst>
              <a:outerShdw blurRad="57240" dist="19080" algn="bl" rotWithShape="0">
                <a:srgbClr val="000000">
                  <a:alpha val="5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1" name="Google Shape;223;p31"/>
            <p:cNvSpPr/>
            <p:nvPr/>
          </p:nvSpPr>
          <p:spPr>
            <a:xfrm>
              <a:off x="5577840" y="0"/>
              <a:ext cx="3565800" cy="5143320"/>
            </a:xfrm>
            <a:custGeom>
              <a:avLst/>
              <a:gdLst>
                <a:gd name="textAreaLeft" fmla="*/ 0 w 3565800"/>
                <a:gd name="textAreaRight" fmla="*/ 3566160 w 3565800"/>
                <a:gd name="textAreaTop" fmla="*/ 0 h 5143320"/>
                <a:gd name="textAreaBottom" fmla="*/ 5143680 h 5143320"/>
              </a:gdLst>
              <a:ahLst/>
              <a:cxnLst/>
              <a:rect l="textAreaLeft" t="textAreaTop" r="textAreaRight" b="textAreaBottom"/>
              <a:pathLst>
                <a:path w="4750227" h="6851655">
                  <a:moveTo>
                    <a:pt x="0" y="0"/>
                  </a:moveTo>
                  <a:lnTo>
                    <a:pt x="0" y="6851656"/>
                  </a:lnTo>
                  <a:lnTo>
                    <a:pt x="4750228" y="6851656"/>
                  </a:lnTo>
                  <a:lnTo>
                    <a:pt x="4750228" y="0"/>
                  </a:lnTo>
                  <a:lnTo>
                    <a:pt x="0" y="0"/>
                  </a:lnTo>
                  <a:close/>
                  <a:moveTo>
                    <a:pt x="4455733" y="5254205"/>
                  </a:moveTo>
                  <a:cubicBezTo>
                    <a:pt x="4455733" y="5259217"/>
                    <a:pt x="4454020" y="5263404"/>
                    <a:pt x="4451800" y="5264546"/>
                  </a:cubicBezTo>
                  <a:cubicBezTo>
                    <a:pt x="4375670" y="5302040"/>
                    <a:pt x="4349152" y="5373158"/>
                    <a:pt x="4386963" y="5455568"/>
                  </a:cubicBezTo>
                  <a:cubicBezTo>
                    <a:pt x="4391785" y="5466036"/>
                    <a:pt x="4405932" y="5464323"/>
                    <a:pt x="4405868" y="5478597"/>
                  </a:cubicBezTo>
                  <a:cubicBezTo>
                    <a:pt x="4405868" y="5484116"/>
                    <a:pt x="4403584" y="5488367"/>
                    <a:pt x="4401047" y="5488557"/>
                  </a:cubicBezTo>
                  <a:cubicBezTo>
                    <a:pt x="4201841" y="5500801"/>
                    <a:pt x="3970534" y="5573886"/>
                    <a:pt x="3878418" y="5772330"/>
                  </a:cubicBezTo>
                  <a:cubicBezTo>
                    <a:pt x="3875055" y="5779626"/>
                    <a:pt x="3858180" y="5822449"/>
                    <a:pt x="3857101" y="5827143"/>
                  </a:cubicBezTo>
                  <a:cubicBezTo>
                    <a:pt x="3828426" y="5951869"/>
                    <a:pt x="3879369" y="6036880"/>
                    <a:pt x="3731361" y="6092518"/>
                  </a:cubicBezTo>
                  <a:cubicBezTo>
                    <a:pt x="3702178" y="6103493"/>
                    <a:pt x="3592615" y="6120242"/>
                    <a:pt x="3585953" y="6124810"/>
                  </a:cubicBezTo>
                  <a:cubicBezTo>
                    <a:pt x="3583226" y="6126649"/>
                    <a:pt x="3577579" y="6148600"/>
                    <a:pt x="3569586" y="6158307"/>
                  </a:cubicBezTo>
                  <a:cubicBezTo>
                    <a:pt x="3482861" y="6263746"/>
                    <a:pt x="3257708" y="6231962"/>
                    <a:pt x="3137424" y="6231454"/>
                  </a:cubicBezTo>
                  <a:cubicBezTo>
                    <a:pt x="2942532" y="6230630"/>
                    <a:pt x="2540125" y="6211914"/>
                    <a:pt x="2396176" y="6359669"/>
                  </a:cubicBezTo>
                  <a:cubicBezTo>
                    <a:pt x="2386977" y="6369122"/>
                    <a:pt x="2394971" y="6381430"/>
                    <a:pt x="2377651" y="6378892"/>
                  </a:cubicBezTo>
                  <a:cubicBezTo>
                    <a:pt x="2374670" y="6378448"/>
                    <a:pt x="2347263" y="6338734"/>
                    <a:pt x="2338191" y="6332580"/>
                  </a:cubicBezTo>
                  <a:cubicBezTo>
                    <a:pt x="2235099" y="6262287"/>
                    <a:pt x="2035069" y="6237481"/>
                    <a:pt x="1911612" y="6231391"/>
                  </a:cubicBezTo>
                  <a:cubicBezTo>
                    <a:pt x="1753580" y="6223588"/>
                    <a:pt x="1301117" y="6279733"/>
                    <a:pt x="1196819" y="6169853"/>
                  </a:cubicBezTo>
                  <a:cubicBezTo>
                    <a:pt x="1184765" y="6157165"/>
                    <a:pt x="1179183" y="6132930"/>
                    <a:pt x="1170428" y="6127347"/>
                  </a:cubicBezTo>
                  <a:cubicBezTo>
                    <a:pt x="1153108" y="6116245"/>
                    <a:pt x="1057375" y="6105524"/>
                    <a:pt x="1023625" y="6092708"/>
                  </a:cubicBezTo>
                  <a:cubicBezTo>
                    <a:pt x="889193" y="6041575"/>
                    <a:pt x="928907" y="5948443"/>
                    <a:pt x="905561" y="5834946"/>
                  </a:cubicBezTo>
                  <a:cubicBezTo>
                    <a:pt x="895664" y="5786985"/>
                    <a:pt x="867749" y="5740419"/>
                    <a:pt x="839708" y="5701466"/>
                  </a:cubicBezTo>
                  <a:cubicBezTo>
                    <a:pt x="827084" y="5683956"/>
                    <a:pt x="777917" y="5633330"/>
                    <a:pt x="760724" y="5620134"/>
                  </a:cubicBezTo>
                  <a:cubicBezTo>
                    <a:pt x="645959" y="5532395"/>
                    <a:pt x="507149" y="5499215"/>
                    <a:pt x="366564" y="5489509"/>
                  </a:cubicBezTo>
                  <a:cubicBezTo>
                    <a:pt x="361742" y="5489192"/>
                    <a:pt x="359902" y="5475742"/>
                    <a:pt x="363836" y="5469715"/>
                  </a:cubicBezTo>
                  <a:cubicBezTo>
                    <a:pt x="384454" y="5438248"/>
                    <a:pt x="400885" y="5402848"/>
                    <a:pt x="394414" y="5362817"/>
                  </a:cubicBezTo>
                  <a:cubicBezTo>
                    <a:pt x="385913" y="5309780"/>
                    <a:pt x="318919" y="5272730"/>
                    <a:pt x="304010" y="5257314"/>
                  </a:cubicBezTo>
                  <a:cubicBezTo>
                    <a:pt x="302234" y="5255474"/>
                    <a:pt x="301156" y="5251350"/>
                    <a:pt x="301283" y="5247036"/>
                  </a:cubicBezTo>
                  <a:cubicBezTo>
                    <a:pt x="307309" y="4998727"/>
                    <a:pt x="306865" y="4749847"/>
                    <a:pt x="306041" y="4501158"/>
                  </a:cubicBezTo>
                  <a:cubicBezTo>
                    <a:pt x="302424" y="3409651"/>
                    <a:pt x="318221" y="2311038"/>
                    <a:pt x="306104" y="1210840"/>
                  </a:cubicBezTo>
                  <a:cubicBezTo>
                    <a:pt x="305977" y="1200753"/>
                    <a:pt x="305279" y="1191237"/>
                    <a:pt x="302995" y="1181784"/>
                  </a:cubicBezTo>
                  <a:cubicBezTo>
                    <a:pt x="301473" y="1175440"/>
                    <a:pt x="303059" y="1167510"/>
                    <a:pt x="306294" y="1166050"/>
                  </a:cubicBezTo>
                  <a:cubicBezTo>
                    <a:pt x="332242" y="1154377"/>
                    <a:pt x="429941" y="1162942"/>
                    <a:pt x="452590" y="1161229"/>
                  </a:cubicBezTo>
                  <a:cubicBezTo>
                    <a:pt x="596221" y="1150698"/>
                    <a:pt x="806148" y="1101277"/>
                    <a:pt x="853031" y="942103"/>
                  </a:cubicBezTo>
                  <a:cubicBezTo>
                    <a:pt x="854046" y="938613"/>
                    <a:pt x="855822" y="936520"/>
                    <a:pt x="857726" y="936900"/>
                  </a:cubicBezTo>
                  <a:cubicBezTo>
                    <a:pt x="894014" y="943625"/>
                    <a:pt x="925481" y="963736"/>
                    <a:pt x="963609" y="967225"/>
                  </a:cubicBezTo>
                  <a:cubicBezTo>
                    <a:pt x="1077042" y="977693"/>
                    <a:pt x="1184385" y="905243"/>
                    <a:pt x="1248905" y="814142"/>
                  </a:cubicBezTo>
                  <a:cubicBezTo>
                    <a:pt x="1249920" y="812683"/>
                    <a:pt x="1251125" y="812112"/>
                    <a:pt x="1252330" y="812492"/>
                  </a:cubicBezTo>
                  <a:cubicBezTo>
                    <a:pt x="1363987" y="849986"/>
                    <a:pt x="1544097" y="900802"/>
                    <a:pt x="1595230" y="750447"/>
                  </a:cubicBezTo>
                  <a:cubicBezTo>
                    <a:pt x="1605952" y="718980"/>
                    <a:pt x="1600623" y="692969"/>
                    <a:pt x="1621559" y="661375"/>
                  </a:cubicBezTo>
                  <a:cubicBezTo>
                    <a:pt x="1722557" y="508862"/>
                    <a:pt x="2149326" y="593112"/>
                    <a:pt x="2316240" y="517237"/>
                  </a:cubicBezTo>
                  <a:cubicBezTo>
                    <a:pt x="2343520" y="504802"/>
                    <a:pt x="2358809" y="487990"/>
                    <a:pt x="2382536" y="473081"/>
                  </a:cubicBezTo>
                  <a:cubicBezTo>
                    <a:pt x="2383996" y="472130"/>
                    <a:pt x="2385582" y="472764"/>
                    <a:pt x="2386850" y="474668"/>
                  </a:cubicBezTo>
                  <a:cubicBezTo>
                    <a:pt x="2413813" y="514445"/>
                    <a:pt x="2470529" y="530813"/>
                    <a:pt x="2514875" y="539378"/>
                  </a:cubicBezTo>
                  <a:cubicBezTo>
                    <a:pt x="2671131" y="569512"/>
                    <a:pt x="2974634" y="534873"/>
                    <a:pt x="3098154" y="620202"/>
                  </a:cubicBezTo>
                  <a:cubicBezTo>
                    <a:pt x="3176313" y="674254"/>
                    <a:pt x="3144783" y="756156"/>
                    <a:pt x="3204354" y="812809"/>
                  </a:cubicBezTo>
                  <a:cubicBezTo>
                    <a:pt x="3278835" y="883673"/>
                    <a:pt x="3416058" y="844213"/>
                    <a:pt x="3502274" y="814015"/>
                  </a:cubicBezTo>
                  <a:cubicBezTo>
                    <a:pt x="3503353" y="813634"/>
                    <a:pt x="3504432" y="814015"/>
                    <a:pt x="3505383" y="815093"/>
                  </a:cubicBezTo>
                  <a:cubicBezTo>
                    <a:pt x="3606572" y="930430"/>
                    <a:pt x="3742907" y="1019247"/>
                    <a:pt x="3893390" y="938423"/>
                  </a:cubicBezTo>
                  <a:cubicBezTo>
                    <a:pt x="3894722" y="937725"/>
                    <a:pt x="3896181" y="938233"/>
                    <a:pt x="3897387" y="939882"/>
                  </a:cubicBezTo>
                  <a:cubicBezTo>
                    <a:pt x="3926506" y="981754"/>
                    <a:pt x="3936847" y="1015948"/>
                    <a:pt x="3979416" y="1052237"/>
                  </a:cubicBezTo>
                  <a:cubicBezTo>
                    <a:pt x="4035371" y="1099945"/>
                    <a:pt x="4194228" y="1160785"/>
                    <a:pt x="4265029" y="1160785"/>
                  </a:cubicBezTo>
                  <a:lnTo>
                    <a:pt x="4451800" y="1160785"/>
                  </a:lnTo>
                  <a:cubicBezTo>
                    <a:pt x="4454591" y="1160785"/>
                    <a:pt x="4456812" y="1165606"/>
                    <a:pt x="4456812" y="1171633"/>
                  </a:cubicBezTo>
                  <a:lnTo>
                    <a:pt x="4463537" y="4571895"/>
                  </a:lnTo>
                  <a:lnTo>
                    <a:pt x="4455670" y="5254269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  <a:effectLst>
              <a:outerShdw blurRad="57240" dist="19080" algn="bl" rotWithShape="0">
                <a:srgbClr val="000000">
                  <a:alpha val="5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12" name="Google Shape;224;p31"/>
          <p:cNvGrpSpPr/>
          <p:nvPr/>
        </p:nvGrpSpPr>
        <p:grpSpPr>
          <a:xfrm>
            <a:off x="5890680" y="76680"/>
            <a:ext cx="2894040" cy="4989960"/>
            <a:chOff x="5890680" y="76680"/>
            <a:chExt cx="2894040" cy="4989960"/>
          </a:xfrm>
        </p:grpSpPr>
        <p:sp>
          <p:nvSpPr>
            <p:cNvPr id="113" name="Google Shape;225;p31"/>
            <p:cNvSpPr/>
            <p:nvPr/>
          </p:nvSpPr>
          <p:spPr>
            <a:xfrm>
              <a:off x="7257600" y="76680"/>
              <a:ext cx="206280" cy="206280"/>
            </a:xfrm>
            <a:prstGeom prst="star8">
              <a:avLst>
                <a:gd name="adj" fmla="val 37500"/>
              </a:avLst>
            </a:prstGeom>
            <a:noFill/>
            <a:ln w="9525">
              <a:solidFill>
                <a:srgbClr val="F9EDD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1280" bIns="712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4" name="Google Shape;226;p31"/>
            <p:cNvSpPr/>
            <p:nvPr/>
          </p:nvSpPr>
          <p:spPr>
            <a:xfrm>
              <a:off x="5890680" y="498600"/>
              <a:ext cx="172800" cy="172800"/>
            </a:xfrm>
            <a:prstGeom prst="star4">
              <a:avLst>
                <a:gd name="adj" fmla="val 25578"/>
              </a:avLst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1320" bIns="3132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5" name="Google Shape;227;p31"/>
            <p:cNvSpPr/>
            <p:nvPr/>
          </p:nvSpPr>
          <p:spPr>
            <a:xfrm>
              <a:off x="8611920" y="498600"/>
              <a:ext cx="172800" cy="172800"/>
            </a:xfrm>
            <a:prstGeom prst="star4">
              <a:avLst>
                <a:gd name="adj" fmla="val 25578"/>
              </a:avLst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1320" bIns="3132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6" name="Google Shape;228;p31"/>
            <p:cNvSpPr/>
            <p:nvPr/>
          </p:nvSpPr>
          <p:spPr>
            <a:xfrm>
              <a:off x="5890680" y="4384080"/>
              <a:ext cx="172800" cy="172800"/>
            </a:xfrm>
            <a:prstGeom prst="star4">
              <a:avLst>
                <a:gd name="adj" fmla="val 25578"/>
              </a:avLst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1320" bIns="3132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7" name="Google Shape;229;p31"/>
            <p:cNvSpPr/>
            <p:nvPr/>
          </p:nvSpPr>
          <p:spPr>
            <a:xfrm>
              <a:off x="8611920" y="4384080"/>
              <a:ext cx="172800" cy="172800"/>
            </a:xfrm>
            <a:prstGeom prst="star4">
              <a:avLst>
                <a:gd name="adj" fmla="val 25578"/>
              </a:avLst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1320" bIns="3132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8" name="Google Shape;230;p31"/>
            <p:cNvSpPr/>
            <p:nvPr/>
          </p:nvSpPr>
          <p:spPr>
            <a:xfrm>
              <a:off x="7257600" y="4860360"/>
              <a:ext cx="206280" cy="206280"/>
            </a:xfrm>
            <a:prstGeom prst="star8">
              <a:avLst>
                <a:gd name="adj" fmla="val 37500"/>
              </a:avLst>
            </a:prstGeom>
            <a:noFill/>
            <a:ln w="9525">
              <a:solidFill>
                <a:srgbClr val="F9EDD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1280" bIns="712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19" name="Google Shape;231;p31"/>
          <p:cNvSpPr/>
          <p:nvPr/>
        </p:nvSpPr>
        <p:spPr>
          <a:xfrm>
            <a:off x="5795280" y="359640"/>
            <a:ext cx="3118320" cy="4423320"/>
          </a:xfrm>
          <a:custGeom>
            <a:avLst/>
            <a:gdLst>
              <a:gd name="textAreaLeft" fmla="*/ 0 w 3118320"/>
              <a:gd name="textAreaRight" fmla="*/ 3118680 w 3118320"/>
              <a:gd name="textAreaTop" fmla="*/ 0 h 4423320"/>
              <a:gd name="textAreaBottom" fmla="*/ 4423680 h 4423320"/>
            </a:gdLst>
            <a:ahLst/>
            <a:cxnLst/>
            <a:rect l="textAreaLeft" t="textAreaTop" r="textAreaRight" b="textAreaBottom"/>
            <a:pathLst>
              <a:path w="4835123" h="6858149">
                <a:moveTo>
                  <a:pt x="2416281" y="6858150"/>
                </a:moveTo>
                <a:cubicBezTo>
                  <a:pt x="2414809" y="6858150"/>
                  <a:pt x="2413117" y="6858003"/>
                  <a:pt x="2411277" y="6857782"/>
                </a:cubicBezTo>
                <a:cubicBezTo>
                  <a:pt x="2408628" y="6857414"/>
                  <a:pt x="2406494" y="6854986"/>
                  <a:pt x="2392146" y="6836443"/>
                </a:cubicBezTo>
                <a:cubicBezTo>
                  <a:pt x="2382580" y="6824081"/>
                  <a:pt x="2369408" y="6807156"/>
                  <a:pt x="2364037" y="6803477"/>
                </a:cubicBezTo>
                <a:cubicBezTo>
                  <a:pt x="2228495" y="6711056"/>
                  <a:pt x="1952483" y="6690747"/>
                  <a:pt x="1871173" y="6686773"/>
                </a:cubicBezTo>
                <a:cubicBezTo>
                  <a:pt x="1824227" y="6684492"/>
                  <a:pt x="1755058" y="6686994"/>
                  <a:pt x="1674999" y="6690011"/>
                </a:cubicBezTo>
                <a:cubicBezTo>
                  <a:pt x="1445271" y="6698473"/>
                  <a:pt x="1130627" y="6710099"/>
                  <a:pt x="1039677" y="6614220"/>
                </a:cubicBezTo>
                <a:cubicBezTo>
                  <a:pt x="1032319" y="6606494"/>
                  <a:pt x="1027021" y="6595382"/>
                  <a:pt x="1022312" y="6585596"/>
                </a:cubicBezTo>
                <a:cubicBezTo>
                  <a:pt x="1018044" y="6576619"/>
                  <a:pt x="1013923" y="6568156"/>
                  <a:pt x="1009729" y="6565434"/>
                </a:cubicBezTo>
                <a:cubicBezTo>
                  <a:pt x="999869" y="6559032"/>
                  <a:pt x="963371" y="6552262"/>
                  <a:pt x="928051" y="6545640"/>
                </a:cubicBezTo>
                <a:cubicBezTo>
                  <a:pt x="894129" y="6539312"/>
                  <a:pt x="859030" y="6532763"/>
                  <a:pt x="840119" y="6525551"/>
                </a:cubicBezTo>
                <a:cubicBezTo>
                  <a:pt x="722385" y="6480739"/>
                  <a:pt x="717528" y="6406419"/>
                  <a:pt x="711936" y="6320400"/>
                </a:cubicBezTo>
                <a:cubicBezTo>
                  <a:pt x="709949" y="6289568"/>
                  <a:pt x="707815" y="6257707"/>
                  <a:pt x="700898" y="6223858"/>
                </a:cubicBezTo>
                <a:cubicBezTo>
                  <a:pt x="691553" y="6178384"/>
                  <a:pt x="666755" y="6128200"/>
                  <a:pt x="625181" y="6070436"/>
                </a:cubicBezTo>
                <a:cubicBezTo>
                  <a:pt x="610758" y="6050421"/>
                  <a:pt x="553878" y="5991849"/>
                  <a:pt x="534305" y="5976911"/>
                </a:cubicBezTo>
                <a:cubicBezTo>
                  <a:pt x="418852" y="5888685"/>
                  <a:pt x="269919" y="5839310"/>
                  <a:pt x="79042" y="5826139"/>
                </a:cubicBezTo>
                <a:cubicBezTo>
                  <a:pt x="77424" y="5825991"/>
                  <a:pt x="74407" y="5825182"/>
                  <a:pt x="72199" y="5820840"/>
                </a:cubicBezTo>
                <a:cubicBezTo>
                  <a:pt x="69256" y="5814880"/>
                  <a:pt x="68888" y="5803916"/>
                  <a:pt x="73082" y="5797514"/>
                </a:cubicBezTo>
                <a:cubicBezTo>
                  <a:pt x="93465" y="5766462"/>
                  <a:pt x="115761" y="5724593"/>
                  <a:pt x="108034" y="5676101"/>
                </a:cubicBezTo>
                <a:cubicBezTo>
                  <a:pt x="100676" y="5630185"/>
                  <a:pt x="52994" y="5593908"/>
                  <a:pt x="24517" y="5572275"/>
                </a:cubicBezTo>
                <a:cubicBezTo>
                  <a:pt x="15466" y="5565432"/>
                  <a:pt x="8328" y="5559986"/>
                  <a:pt x="4208" y="5555718"/>
                </a:cubicBezTo>
                <a:cubicBezTo>
                  <a:pt x="897" y="5552333"/>
                  <a:pt x="-134" y="5545932"/>
                  <a:pt x="14" y="5541149"/>
                </a:cubicBezTo>
                <a:cubicBezTo>
                  <a:pt x="6857" y="5259691"/>
                  <a:pt x="6562" y="4982869"/>
                  <a:pt x="5532" y="4676099"/>
                </a:cubicBezTo>
                <a:cubicBezTo>
                  <a:pt x="3840" y="4157776"/>
                  <a:pt x="5900" y="3628856"/>
                  <a:pt x="7961" y="3117376"/>
                </a:cubicBezTo>
                <a:cubicBezTo>
                  <a:pt x="10904" y="2377933"/>
                  <a:pt x="13921" y="1613398"/>
                  <a:pt x="5606" y="859754"/>
                </a:cubicBezTo>
                <a:cubicBezTo>
                  <a:pt x="5459" y="846362"/>
                  <a:pt x="4355" y="836207"/>
                  <a:pt x="2147" y="826862"/>
                </a:cubicBezTo>
                <a:cubicBezTo>
                  <a:pt x="87" y="818400"/>
                  <a:pt x="2000" y="807142"/>
                  <a:pt x="8034" y="804419"/>
                </a:cubicBezTo>
                <a:cubicBezTo>
                  <a:pt x="29741" y="794633"/>
                  <a:pt x="91257" y="796619"/>
                  <a:pt x="136143" y="798018"/>
                </a:cubicBezTo>
                <a:cubicBezTo>
                  <a:pt x="154981" y="798606"/>
                  <a:pt x="171243" y="799121"/>
                  <a:pt x="179043" y="798533"/>
                </a:cubicBezTo>
                <a:cubicBezTo>
                  <a:pt x="298027" y="789776"/>
                  <a:pt x="581104" y="747833"/>
                  <a:pt x="640265" y="547024"/>
                </a:cubicBezTo>
                <a:cubicBezTo>
                  <a:pt x="642399" y="539739"/>
                  <a:pt x="646667" y="537826"/>
                  <a:pt x="649978" y="538414"/>
                </a:cubicBezTo>
                <a:cubicBezTo>
                  <a:pt x="668889" y="541946"/>
                  <a:pt x="686917" y="548569"/>
                  <a:pt x="704357" y="555044"/>
                </a:cubicBezTo>
                <a:cubicBezTo>
                  <a:pt x="725990" y="563065"/>
                  <a:pt x="748360" y="571306"/>
                  <a:pt x="772495" y="573514"/>
                </a:cubicBezTo>
                <a:cubicBezTo>
                  <a:pt x="912966" y="586464"/>
                  <a:pt x="1033791" y="491100"/>
                  <a:pt x="1100016" y="397501"/>
                </a:cubicBezTo>
                <a:cubicBezTo>
                  <a:pt x="1102150" y="394485"/>
                  <a:pt x="1105241" y="393234"/>
                  <a:pt x="1108184" y="394264"/>
                </a:cubicBezTo>
                <a:cubicBezTo>
                  <a:pt x="1262562" y="446067"/>
                  <a:pt x="1446669" y="484992"/>
                  <a:pt x="1501268" y="324654"/>
                </a:cubicBezTo>
                <a:cubicBezTo>
                  <a:pt x="1505830" y="311261"/>
                  <a:pt x="1507890" y="298531"/>
                  <a:pt x="1509804" y="286243"/>
                </a:cubicBezTo>
                <a:cubicBezTo>
                  <a:pt x="1513115" y="265492"/>
                  <a:pt x="1516573" y="244079"/>
                  <a:pt x="1532173" y="220533"/>
                </a:cubicBezTo>
                <a:cubicBezTo>
                  <a:pt x="1602813" y="113836"/>
                  <a:pt x="1805536" y="105742"/>
                  <a:pt x="2001637" y="97869"/>
                </a:cubicBezTo>
                <a:cubicBezTo>
                  <a:pt x="2135339" y="92497"/>
                  <a:pt x="2261534" y="87420"/>
                  <a:pt x="2339460" y="52026"/>
                </a:cubicBezTo>
                <a:cubicBezTo>
                  <a:pt x="2358739" y="43270"/>
                  <a:pt x="2372646" y="32673"/>
                  <a:pt x="2387289" y="21489"/>
                </a:cubicBezTo>
                <a:cubicBezTo>
                  <a:pt x="2396193" y="14719"/>
                  <a:pt x="2405317" y="7729"/>
                  <a:pt x="2415913" y="1033"/>
                </a:cubicBezTo>
                <a:cubicBezTo>
                  <a:pt x="2418709" y="-734"/>
                  <a:pt x="2422904" y="-513"/>
                  <a:pt x="2425921" y="3902"/>
                </a:cubicBezTo>
                <a:cubicBezTo>
                  <a:pt x="2449688" y="39002"/>
                  <a:pt x="2497517" y="63064"/>
                  <a:pt x="2572058" y="77412"/>
                </a:cubicBezTo>
                <a:cubicBezTo>
                  <a:pt x="2636370" y="89848"/>
                  <a:pt x="2722242" y="92718"/>
                  <a:pt x="2813118" y="95808"/>
                </a:cubicBezTo>
                <a:cubicBezTo>
                  <a:pt x="2974266" y="101253"/>
                  <a:pt x="3156901" y="107435"/>
                  <a:pt x="3249984" y="171747"/>
                </a:cubicBezTo>
                <a:cubicBezTo>
                  <a:pt x="3300536" y="206699"/>
                  <a:pt x="3312457" y="251659"/>
                  <a:pt x="3324009" y="295073"/>
                </a:cubicBezTo>
                <a:cubicBezTo>
                  <a:pt x="3333722" y="331718"/>
                  <a:pt x="3342920" y="366302"/>
                  <a:pt x="3373605" y="395441"/>
                </a:cubicBezTo>
                <a:cubicBezTo>
                  <a:pt x="3456460" y="474249"/>
                  <a:pt x="3608337" y="433557"/>
                  <a:pt x="3715401" y="396030"/>
                </a:cubicBezTo>
                <a:cubicBezTo>
                  <a:pt x="3718050" y="395073"/>
                  <a:pt x="3720846" y="395956"/>
                  <a:pt x="3722980" y="398384"/>
                </a:cubicBezTo>
                <a:cubicBezTo>
                  <a:pt x="3873974" y="570423"/>
                  <a:pt x="4023864" y="618253"/>
                  <a:pt x="4168529" y="540622"/>
                </a:cubicBezTo>
                <a:cubicBezTo>
                  <a:pt x="4171767" y="538856"/>
                  <a:pt x="4175446" y="539960"/>
                  <a:pt x="4177874" y="543491"/>
                </a:cubicBezTo>
                <a:cubicBezTo>
                  <a:pt x="4188618" y="558871"/>
                  <a:pt x="4197080" y="573293"/>
                  <a:pt x="4205248" y="587274"/>
                </a:cubicBezTo>
                <a:cubicBezTo>
                  <a:pt x="4222613" y="616781"/>
                  <a:pt x="4239022" y="644669"/>
                  <a:pt x="4272356" y="673072"/>
                </a:cubicBezTo>
                <a:cubicBezTo>
                  <a:pt x="4336815" y="727966"/>
                  <a:pt x="4521216" y="798091"/>
                  <a:pt x="4601202" y="798091"/>
                </a:cubicBezTo>
                <a:lnTo>
                  <a:pt x="4817832" y="798091"/>
                </a:lnTo>
                <a:cubicBezTo>
                  <a:pt x="4823351" y="798091"/>
                  <a:pt x="4827324" y="804934"/>
                  <a:pt x="4827324" y="814353"/>
                </a:cubicBezTo>
                <a:lnTo>
                  <a:pt x="4835124" y="4758218"/>
                </a:lnTo>
                <a:lnTo>
                  <a:pt x="4826000" y="5549758"/>
                </a:lnTo>
                <a:cubicBezTo>
                  <a:pt x="4825926" y="5557043"/>
                  <a:pt x="4823351" y="5563077"/>
                  <a:pt x="4819377" y="5564990"/>
                </a:cubicBezTo>
                <a:cubicBezTo>
                  <a:pt x="4731076" y="5608478"/>
                  <a:pt x="4703556" y="5689494"/>
                  <a:pt x="4745867" y="5781694"/>
                </a:cubicBezTo>
                <a:cubicBezTo>
                  <a:pt x="4747780" y="5785815"/>
                  <a:pt x="4751386" y="5788022"/>
                  <a:pt x="4755212" y="5790377"/>
                </a:cubicBezTo>
                <a:cubicBezTo>
                  <a:pt x="4761025" y="5793909"/>
                  <a:pt x="4768163" y="5798324"/>
                  <a:pt x="4768163" y="5809950"/>
                </a:cubicBezTo>
                <a:cubicBezTo>
                  <a:pt x="4768163" y="5818412"/>
                  <a:pt x="4764336" y="5824814"/>
                  <a:pt x="4759112" y="5825108"/>
                </a:cubicBezTo>
                <a:cubicBezTo>
                  <a:pt x="4619450" y="5833717"/>
                  <a:pt x="4281113" y="5882724"/>
                  <a:pt x="4156020" y="6152114"/>
                </a:cubicBezTo>
                <a:cubicBezTo>
                  <a:pt x="4152120" y="6160577"/>
                  <a:pt x="4132694" y="6209951"/>
                  <a:pt x="4131517" y="6214955"/>
                </a:cubicBezTo>
                <a:cubicBezTo>
                  <a:pt x="4122319" y="6254911"/>
                  <a:pt x="4120185" y="6291997"/>
                  <a:pt x="4118345" y="6324668"/>
                </a:cubicBezTo>
                <a:cubicBezTo>
                  <a:pt x="4113415" y="6410320"/>
                  <a:pt x="4109515" y="6477943"/>
                  <a:pt x="3983393" y="6525331"/>
                </a:cubicBezTo>
                <a:cubicBezTo>
                  <a:pt x="3964040" y="6532616"/>
                  <a:pt x="3914666" y="6542034"/>
                  <a:pt x="3874930" y="6549613"/>
                </a:cubicBezTo>
                <a:cubicBezTo>
                  <a:pt x="3847410" y="6554911"/>
                  <a:pt x="3818933" y="6560356"/>
                  <a:pt x="3815475" y="6562343"/>
                </a:cubicBezTo>
                <a:cubicBezTo>
                  <a:pt x="3814960" y="6563079"/>
                  <a:pt x="3812973" y="6568230"/>
                  <a:pt x="3811354" y="6572351"/>
                </a:cubicBezTo>
                <a:cubicBezTo>
                  <a:pt x="3807675" y="6581696"/>
                  <a:pt x="3803186" y="6593322"/>
                  <a:pt x="3797300" y="6600460"/>
                </a:cubicBezTo>
                <a:cubicBezTo>
                  <a:pt x="3712605" y="6703477"/>
                  <a:pt x="3516431" y="6695162"/>
                  <a:pt x="3373237" y="6689128"/>
                </a:cubicBezTo>
                <a:cubicBezTo>
                  <a:pt x="3344245" y="6687877"/>
                  <a:pt x="3316798" y="6686773"/>
                  <a:pt x="3293178" y="6686626"/>
                </a:cubicBezTo>
                <a:cubicBezTo>
                  <a:pt x="3273531" y="6686553"/>
                  <a:pt x="3252045" y="6686332"/>
                  <a:pt x="3229086" y="6686037"/>
                </a:cubicBezTo>
                <a:cubicBezTo>
                  <a:pt x="2989057" y="6683315"/>
                  <a:pt x="2587363" y="6678826"/>
                  <a:pt x="2436075" y="6834235"/>
                </a:cubicBezTo>
                <a:cubicBezTo>
                  <a:pt x="2432690" y="6837693"/>
                  <a:pt x="2431734" y="6841593"/>
                  <a:pt x="2430777" y="6845420"/>
                </a:cubicBezTo>
                <a:cubicBezTo>
                  <a:pt x="2429379" y="6851086"/>
                  <a:pt x="2427613" y="6858003"/>
                  <a:pt x="2416502" y="6858003"/>
                </a:cubicBezTo>
                <a:close/>
                <a:moveTo>
                  <a:pt x="2413043" y="6850644"/>
                </a:moveTo>
                <a:cubicBezTo>
                  <a:pt x="2421506" y="6851748"/>
                  <a:pt x="2421947" y="6849835"/>
                  <a:pt x="2423492" y="6843801"/>
                </a:cubicBezTo>
                <a:cubicBezTo>
                  <a:pt x="2424596" y="6839533"/>
                  <a:pt x="2425921" y="6834161"/>
                  <a:pt x="2430630" y="6829305"/>
                </a:cubicBezTo>
                <a:cubicBezTo>
                  <a:pt x="2584126" y="6671615"/>
                  <a:pt x="2987806" y="6676177"/>
                  <a:pt x="3229013" y="6678900"/>
                </a:cubicBezTo>
                <a:cubicBezTo>
                  <a:pt x="3251971" y="6679194"/>
                  <a:pt x="3273384" y="6679415"/>
                  <a:pt x="3293031" y="6679488"/>
                </a:cubicBezTo>
                <a:cubicBezTo>
                  <a:pt x="3316798" y="6679562"/>
                  <a:pt x="3344245" y="6680740"/>
                  <a:pt x="3373384" y="6681990"/>
                </a:cubicBezTo>
                <a:cubicBezTo>
                  <a:pt x="3515033" y="6687951"/>
                  <a:pt x="3709146" y="6696118"/>
                  <a:pt x="3791487" y="6596045"/>
                </a:cubicBezTo>
                <a:cubicBezTo>
                  <a:pt x="3796564" y="6589864"/>
                  <a:pt x="3801053" y="6578384"/>
                  <a:pt x="3804364" y="6569996"/>
                </a:cubicBezTo>
                <a:cubicBezTo>
                  <a:pt x="3807675" y="6561534"/>
                  <a:pt x="3809073" y="6558002"/>
                  <a:pt x="3811280" y="6556530"/>
                </a:cubicBezTo>
                <a:cubicBezTo>
                  <a:pt x="3814886" y="6554028"/>
                  <a:pt x="3832105" y="6550570"/>
                  <a:pt x="3873459" y="6542697"/>
                </a:cubicBezTo>
                <a:cubicBezTo>
                  <a:pt x="3912900" y="6535117"/>
                  <a:pt x="3961980" y="6525772"/>
                  <a:pt x="3980744" y="6518708"/>
                </a:cubicBezTo>
                <a:cubicBezTo>
                  <a:pt x="4102378" y="6473013"/>
                  <a:pt x="4105983" y="6410687"/>
                  <a:pt x="4110913" y="6324521"/>
                </a:cubicBezTo>
                <a:cubicBezTo>
                  <a:pt x="4112827" y="6291555"/>
                  <a:pt x="4114960" y="6254101"/>
                  <a:pt x="4124306" y="6213556"/>
                </a:cubicBezTo>
                <a:cubicBezTo>
                  <a:pt x="4125704" y="6207523"/>
                  <a:pt x="4145498" y="6157559"/>
                  <a:pt x="4149324" y="6149244"/>
                </a:cubicBezTo>
                <a:cubicBezTo>
                  <a:pt x="4276109" y="5876249"/>
                  <a:pt x="4617684" y="5826654"/>
                  <a:pt x="4758670" y="5817971"/>
                </a:cubicBezTo>
                <a:cubicBezTo>
                  <a:pt x="4759112" y="5817676"/>
                  <a:pt x="4760805" y="5814880"/>
                  <a:pt x="4760805" y="5810097"/>
                </a:cubicBezTo>
                <a:cubicBezTo>
                  <a:pt x="4760805" y="5802592"/>
                  <a:pt x="4756904" y="5800163"/>
                  <a:pt x="4751386" y="5796852"/>
                </a:cubicBezTo>
                <a:cubicBezTo>
                  <a:pt x="4746971" y="5794203"/>
                  <a:pt x="4742041" y="5791113"/>
                  <a:pt x="4739171" y="5785005"/>
                </a:cubicBezTo>
                <a:cubicBezTo>
                  <a:pt x="4695021" y="5688684"/>
                  <a:pt x="4723792" y="5604063"/>
                  <a:pt x="4816140" y="5558662"/>
                </a:cubicBezTo>
                <a:cubicBezTo>
                  <a:pt x="4816875" y="5558294"/>
                  <a:pt x="4818568" y="5555203"/>
                  <a:pt x="4818641" y="5549905"/>
                </a:cubicBezTo>
                <a:lnTo>
                  <a:pt x="4827766" y="4758439"/>
                </a:lnTo>
                <a:lnTo>
                  <a:pt x="4819966" y="814647"/>
                </a:lnTo>
                <a:cubicBezTo>
                  <a:pt x="4819966" y="809276"/>
                  <a:pt x="4818200" y="806112"/>
                  <a:pt x="4817464" y="805670"/>
                </a:cubicBezTo>
                <a:lnTo>
                  <a:pt x="4601202" y="805670"/>
                </a:lnTo>
                <a:cubicBezTo>
                  <a:pt x="4518273" y="805670"/>
                  <a:pt x="4334313" y="735839"/>
                  <a:pt x="4267573" y="678959"/>
                </a:cubicBezTo>
                <a:cubicBezTo>
                  <a:pt x="4233283" y="649746"/>
                  <a:pt x="4216580" y="621343"/>
                  <a:pt x="4198846" y="591247"/>
                </a:cubicBezTo>
                <a:cubicBezTo>
                  <a:pt x="4190678" y="577414"/>
                  <a:pt x="4182290" y="563065"/>
                  <a:pt x="4171767" y="547907"/>
                </a:cubicBezTo>
                <a:cubicBezTo>
                  <a:pt x="4171473" y="547465"/>
                  <a:pt x="4171252" y="547318"/>
                  <a:pt x="4171252" y="547318"/>
                </a:cubicBezTo>
                <a:cubicBezTo>
                  <a:pt x="4025924" y="625684"/>
                  <a:pt x="3868750" y="576015"/>
                  <a:pt x="3717388" y="403462"/>
                </a:cubicBezTo>
                <a:cubicBezTo>
                  <a:pt x="3608925" y="441357"/>
                  <a:pt x="3454253" y="482564"/>
                  <a:pt x="3368454" y="401033"/>
                </a:cubicBezTo>
                <a:cubicBezTo>
                  <a:pt x="3336224" y="370423"/>
                  <a:pt x="3326364" y="333189"/>
                  <a:pt x="3316798" y="297207"/>
                </a:cubicBezTo>
                <a:cubicBezTo>
                  <a:pt x="3305613" y="255043"/>
                  <a:pt x="3293987" y="211408"/>
                  <a:pt x="3245716" y="178001"/>
                </a:cubicBezTo>
                <a:cubicBezTo>
                  <a:pt x="3154399" y="114866"/>
                  <a:pt x="2972942" y="108759"/>
                  <a:pt x="2812824" y="103314"/>
                </a:cubicBezTo>
                <a:cubicBezTo>
                  <a:pt x="2721653" y="100223"/>
                  <a:pt x="2635487" y="97354"/>
                  <a:pt x="2570586" y="84771"/>
                </a:cubicBezTo>
                <a:cubicBezTo>
                  <a:pt x="2494059" y="69980"/>
                  <a:pt x="2444684" y="44962"/>
                  <a:pt x="2419739" y="8170"/>
                </a:cubicBezTo>
                <a:cubicBezTo>
                  <a:pt x="2419372" y="7581"/>
                  <a:pt x="2419077" y="7434"/>
                  <a:pt x="2419077" y="7434"/>
                </a:cubicBezTo>
                <a:cubicBezTo>
                  <a:pt x="2409511" y="13910"/>
                  <a:pt x="2400461" y="20827"/>
                  <a:pt x="2391704" y="27449"/>
                </a:cubicBezTo>
                <a:cubicBezTo>
                  <a:pt x="2377355" y="38413"/>
                  <a:pt x="2362491" y="49745"/>
                  <a:pt x="2342477" y="58869"/>
                </a:cubicBezTo>
                <a:cubicBezTo>
                  <a:pt x="2263227" y="94925"/>
                  <a:pt x="2136295" y="100003"/>
                  <a:pt x="2001931" y="105374"/>
                </a:cubicBezTo>
                <a:cubicBezTo>
                  <a:pt x="1807670" y="113174"/>
                  <a:pt x="1606860" y="121195"/>
                  <a:pt x="1538281" y="224727"/>
                </a:cubicBezTo>
                <a:cubicBezTo>
                  <a:pt x="1523564" y="246949"/>
                  <a:pt x="1520400" y="266670"/>
                  <a:pt x="1517015" y="287567"/>
                </a:cubicBezTo>
                <a:cubicBezTo>
                  <a:pt x="1515028" y="300150"/>
                  <a:pt x="1512894" y="313175"/>
                  <a:pt x="1508185" y="327155"/>
                </a:cubicBezTo>
                <a:cubicBezTo>
                  <a:pt x="1444388" y="514794"/>
                  <a:pt x="1207743" y="435618"/>
                  <a:pt x="1106271" y="401549"/>
                </a:cubicBezTo>
                <a:cubicBezTo>
                  <a:pt x="1106271" y="401622"/>
                  <a:pt x="1106124" y="401769"/>
                  <a:pt x="1105976" y="401916"/>
                </a:cubicBezTo>
                <a:cubicBezTo>
                  <a:pt x="1038574" y="497134"/>
                  <a:pt x="915395" y="594191"/>
                  <a:pt x="771759" y="581019"/>
                </a:cubicBezTo>
                <a:cubicBezTo>
                  <a:pt x="746594" y="578664"/>
                  <a:pt x="723783" y="570276"/>
                  <a:pt x="701708" y="562108"/>
                </a:cubicBezTo>
                <a:cubicBezTo>
                  <a:pt x="684563" y="555780"/>
                  <a:pt x="666903" y="549231"/>
                  <a:pt x="648580" y="545846"/>
                </a:cubicBezTo>
                <a:cubicBezTo>
                  <a:pt x="648874" y="545920"/>
                  <a:pt x="647991" y="546876"/>
                  <a:pt x="647329" y="549305"/>
                </a:cubicBezTo>
                <a:cubicBezTo>
                  <a:pt x="586917" y="754530"/>
                  <a:pt x="300088" y="797208"/>
                  <a:pt x="179558" y="806038"/>
                </a:cubicBezTo>
                <a:cubicBezTo>
                  <a:pt x="171390" y="806627"/>
                  <a:pt x="155717" y="806112"/>
                  <a:pt x="135923" y="805523"/>
                </a:cubicBezTo>
                <a:cubicBezTo>
                  <a:pt x="94201" y="804199"/>
                  <a:pt x="31213" y="802212"/>
                  <a:pt x="11125" y="811263"/>
                </a:cubicBezTo>
                <a:cubicBezTo>
                  <a:pt x="9727" y="811998"/>
                  <a:pt x="7740" y="818695"/>
                  <a:pt x="9285" y="825317"/>
                </a:cubicBezTo>
                <a:cubicBezTo>
                  <a:pt x="11713" y="835177"/>
                  <a:pt x="12817" y="845847"/>
                  <a:pt x="12964" y="859901"/>
                </a:cubicBezTo>
                <a:cubicBezTo>
                  <a:pt x="21279" y="1613546"/>
                  <a:pt x="18262" y="2378154"/>
                  <a:pt x="15319" y="3117596"/>
                </a:cubicBezTo>
                <a:cubicBezTo>
                  <a:pt x="13259" y="3629076"/>
                  <a:pt x="11198" y="4157922"/>
                  <a:pt x="12891" y="4676246"/>
                </a:cubicBezTo>
                <a:cubicBezTo>
                  <a:pt x="13921" y="4983016"/>
                  <a:pt x="14142" y="5259912"/>
                  <a:pt x="7372" y="5541443"/>
                </a:cubicBezTo>
                <a:cubicBezTo>
                  <a:pt x="7298" y="5545858"/>
                  <a:pt x="8402" y="5549537"/>
                  <a:pt x="9506" y="5550715"/>
                </a:cubicBezTo>
                <a:cubicBezTo>
                  <a:pt x="13259" y="5554615"/>
                  <a:pt x="20543" y="5560133"/>
                  <a:pt x="28932" y="5566535"/>
                </a:cubicBezTo>
                <a:cubicBezTo>
                  <a:pt x="58292" y="5588831"/>
                  <a:pt x="107446" y="5626212"/>
                  <a:pt x="115319" y="5675071"/>
                </a:cubicBezTo>
                <a:cubicBezTo>
                  <a:pt x="123487" y="5726064"/>
                  <a:pt x="100382" y="5769553"/>
                  <a:pt x="79263" y="5801709"/>
                </a:cubicBezTo>
                <a:cubicBezTo>
                  <a:pt x="77424" y="5804579"/>
                  <a:pt x="76835" y="5810465"/>
                  <a:pt x="77939" y="5815175"/>
                </a:cubicBezTo>
                <a:cubicBezTo>
                  <a:pt x="78601" y="5817897"/>
                  <a:pt x="79558" y="5818854"/>
                  <a:pt x="79778" y="5819001"/>
                </a:cubicBezTo>
                <a:cubicBezTo>
                  <a:pt x="271905" y="5832246"/>
                  <a:pt x="422163" y="5882062"/>
                  <a:pt x="538793" y="5971245"/>
                </a:cubicBezTo>
                <a:cubicBezTo>
                  <a:pt x="559176" y="5986845"/>
                  <a:pt x="616130" y="6045492"/>
                  <a:pt x="631141" y="6066316"/>
                </a:cubicBezTo>
                <a:cubicBezTo>
                  <a:pt x="673378" y="6124962"/>
                  <a:pt x="698543" y="6176103"/>
                  <a:pt x="708109" y="6222608"/>
                </a:cubicBezTo>
                <a:cubicBezTo>
                  <a:pt x="715173" y="6256971"/>
                  <a:pt x="717307" y="6289127"/>
                  <a:pt x="719294" y="6320180"/>
                </a:cubicBezTo>
                <a:cubicBezTo>
                  <a:pt x="724960" y="6407082"/>
                  <a:pt x="729449" y="6475809"/>
                  <a:pt x="842768" y="6518929"/>
                </a:cubicBezTo>
                <a:cubicBezTo>
                  <a:pt x="861090" y="6525919"/>
                  <a:pt x="895821" y="6532395"/>
                  <a:pt x="929449" y="6538650"/>
                </a:cubicBezTo>
                <a:cubicBezTo>
                  <a:pt x="967050" y="6545640"/>
                  <a:pt x="1002591" y="6552336"/>
                  <a:pt x="1013702" y="6559473"/>
                </a:cubicBezTo>
                <a:cubicBezTo>
                  <a:pt x="1019663" y="6563300"/>
                  <a:pt x="1023931" y="6572277"/>
                  <a:pt x="1028934" y="6582652"/>
                </a:cubicBezTo>
                <a:cubicBezTo>
                  <a:pt x="1033349" y="6591924"/>
                  <a:pt x="1038427" y="6602446"/>
                  <a:pt x="1044975" y="6609363"/>
                </a:cubicBezTo>
                <a:cubicBezTo>
                  <a:pt x="1133644" y="6702815"/>
                  <a:pt x="1446374" y="6691262"/>
                  <a:pt x="1674705" y="6682800"/>
                </a:cubicBezTo>
                <a:cubicBezTo>
                  <a:pt x="1754911" y="6679857"/>
                  <a:pt x="1824227" y="6677281"/>
                  <a:pt x="1871541" y="6679636"/>
                </a:cubicBezTo>
                <a:cubicBezTo>
                  <a:pt x="1953366" y="6683683"/>
                  <a:pt x="2231071" y="6704066"/>
                  <a:pt x="2368231" y="6797591"/>
                </a:cubicBezTo>
                <a:cubicBezTo>
                  <a:pt x="2374559" y="6801932"/>
                  <a:pt x="2386995" y="6817973"/>
                  <a:pt x="2398032" y="6832175"/>
                </a:cubicBezTo>
                <a:cubicBezTo>
                  <a:pt x="2403772" y="6839607"/>
                  <a:pt x="2410909" y="6848805"/>
                  <a:pt x="2413191" y="6850791"/>
                </a:cubicBezTo>
                <a:close/>
              </a:path>
            </a:pathLst>
          </a:custGeom>
          <a:noFill/>
          <a:ln w="9525">
            <a:solidFill>
              <a:srgbClr val="F9ED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236;p32"/>
          <p:cNvPicPr/>
          <p:nvPr/>
        </p:nvPicPr>
        <p:blipFill>
          <a:blip r:embed="rId2"/>
          <a:srcRect t="8955" b="8955"/>
          <a:stretch/>
        </p:blipFill>
        <p:spPr>
          <a:xfrm>
            <a:off x="0" y="0"/>
            <a:ext cx="915912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" name="Google Shape;237;p32"/>
          <p:cNvSpPr/>
          <p:nvPr/>
        </p:nvSpPr>
        <p:spPr>
          <a:xfrm>
            <a:off x="-30600" y="0"/>
            <a:ext cx="9204480" cy="5143320"/>
          </a:xfrm>
          <a:custGeom>
            <a:avLst/>
            <a:gdLst>
              <a:gd name="textAreaLeft" fmla="*/ 0 w 9204480"/>
              <a:gd name="textAreaRight" fmla="*/ 9204840 w 9204480"/>
              <a:gd name="textAreaTop" fmla="*/ 0 h 5143320"/>
              <a:gd name="textAreaBottom" fmla="*/ 5143680 h 5143320"/>
            </a:gdLst>
            <a:ahLst/>
            <a:cxnLst/>
            <a:rect l="textAreaLeft" t="textAreaTop" r="textAreaRight" b="textAreaBottom"/>
            <a:pathLst>
              <a:path w="12192000" h="6858000">
                <a:moveTo>
                  <a:pt x="0" y="0"/>
                </a:move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close/>
                <a:moveTo>
                  <a:pt x="11308397" y="5259070"/>
                </a:moveTo>
                <a:cubicBezTo>
                  <a:pt x="11308334" y="5264087"/>
                  <a:pt x="11306239" y="5268278"/>
                  <a:pt x="11303444" y="5269421"/>
                </a:cubicBezTo>
                <a:cubicBezTo>
                  <a:pt x="11207306" y="5306949"/>
                  <a:pt x="11173905" y="5378133"/>
                  <a:pt x="11221530" y="5460619"/>
                </a:cubicBezTo>
                <a:cubicBezTo>
                  <a:pt x="11227626" y="5471097"/>
                  <a:pt x="11245469" y="5469382"/>
                  <a:pt x="11245406" y="5483670"/>
                </a:cubicBezTo>
                <a:cubicBezTo>
                  <a:pt x="11245406" y="5489194"/>
                  <a:pt x="11242484" y="5493449"/>
                  <a:pt x="11239309" y="5493639"/>
                </a:cubicBezTo>
                <a:cubicBezTo>
                  <a:pt x="10987786" y="5505895"/>
                  <a:pt x="10695813" y="5579047"/>
                  <a:pt x="10579481" y="5777675"/>
                </a:cubicBezTo>
                <a:cubicBezTo>
                  <a:pt x="10575227" y="5784977"/>
                  <a:pt x="10553891" y="5827840"/>
                  <a:pt x="10552557" y="5832539"/>
                </a:cubicBezTo>
                <a:cubicBezTo>
                  <a:pt x="10516362" y="5957380"/>
                  <a:pt x="10580688" y="6042470"/>
                  <a:pt x="10393807" y="6098159"/>
                </a:cubicBezTo>
                <a:cubicBezTo>
                  <a:pt x="10356977" y="6109145"/>
                  <a:pt x="10218674" y="6125909"/>
                  <a:pt x="10210292" y="6130417"/>
                </a:cubicBezTo>
                <a:cubicBezTo>
                  <a:pt x="10206863" y="6132259"/>
                  <a:pt x="10199688" y="6154230"/>
                  <a:pt x="10189655" y="6163945"/>
                </a:cubicBezTo>
                <a:cubicBezTo>
                  <a:pt x="10080181" y="6269482"/>
                  <a:pt x="9795891" y="6237669"/>
                  <a:pt x="9643999" y="6237161"/>
                </a:cubicBezTo>
                <a:cubicBezTo>
                  <a:pt x="9398000" y="6236335"/>
                  <a:pt x="8889873" y="6217603"/>
                  <a:pt x="8708199" y="6365494"/>
                </a:cubicBezTo>
                <a:cubicBezTo>
                  <a:pt x="8696579" y="6374956"/>
                  <a:pt x="8706676" y="6387275"/>
                  <a:pt x="8684831" y="6384735"/>
                </a:cubicBezTo>
                <a:cubicBezTo>
                  <a:pt x="8681085" y="6384290"/>
                  <a:pt x="8646414" y="6344539"/>
                  <a:pt x="8635047" y="6338380"/>
                </a:cubicBezTo>
                <a:cubicBezTo>
                  <a:pt x="8504872" y="6268022"/>
                  <a:pt x="8252397" y="6243193"/>
                  <a:pt x="8096504" y="6237097"/>
                </a:cubicBezTo>
                <a:cubicBezTo>
                  <a:pt x="7896987" y="6229287"/>
                  <a:pt x="7325741" y="6285484"/>
                  <a:pt x="7194106" y="6175502"/>
                </a:cubicBezTo>
                <a:cubicBezTo>
                  <a:pt x="7178929" y="6162802"/>
                  <a:pt x="7171818" y="6138545"/>
                  <a:pt x="7160831" y="6132957"/>
                </a:cubicBezTo>
                <a:cubicBezTo>
                  <a:pt x="7138988" y="6121845"/>
                  <a:pt x="7018084" y="6111113"/>
                  <a:pt x="6975475" y="6098286"/>
                </a:cubicBezTo>
                <a:cubicBezTo>
                  <a:pt x="6805803" y="6047105"/>
                  <a:pt x="6855905" y="5953887"/>
                  <a:pt x="6826377" y="5840286"/>
                </a:cubicBezTo>
                <a:cubicBezTo>
                  <a:pt x="6813932" y="5792280"/>
                  <a:pt x="6778689" y="5745671"/>
                  <a:pt x="6743256" y="5706682"/>
                </a:cubicBezTo>
                <a:cubicBezTo>
                  <a:pt x="6727381" y="5689156"/>
                  <a:pt x="6665278" y="5638483"/>
                  <a:pt x="6643561" y="5625275"/>
                </a:cubicBezTo>
                <a:cubicBezTo>
                  <a:pt x="6498717" y="5537518"/>
                  <a:pt x="6323457" y="5504244"/>
                  <a:pt x="6145911" y="5494528"/>
                </a:cubicBezTo>
                <a:cubicBezTo>
                  <a:pt x="6139815" y="5494211"/>
                  <a:pt x="6137529" y="5480749"/>
                  <a:pt x="6142482" y="5474716"/>
                </a:cubicBezTo>
                <a:cubicBezTo>
                  <a:pt x="6168517" y="5443220"/>
                  <a:pt x="6189218" y="5407787"/>
                  <a:pt x="6181090" y="5367719"/>
                </a:cubicBezTo>
                <a:cubicBezTo>
                  <a:pt x="6173153" y="5328603"/>
                  <a:pt x="6125147" y="5298186"/>
                  <a:pt x="6092889" y="5278692"/>
                </a:cubicBezTo>
                <a:cubicBezTo>
                  <a:pt x="6012942" y="5317998"/>
                  <a:pt x="5987669" y="5384546"/>
                  <a:pt x="6031738" y="5460746"/>
                </a:cubicBezTo>
                <a:cubicBezTo>
                  <a:pt x="6037834" y="5471224"/>
                  <a:pt x="6055678" y="5469509"/>
                  <a:pt x="6055614" y="5483797"/>
                </a:cubicBezTo>
                <a:cubicBezTo>
                  <a:pt x="6055614" y="5489321"/>
                  <a:pt x="6052693" y="5493576"/>
                  <a:pt x="6049518" y="5493766"/>
                </a:cubicBezTo>
                <a:cubicBezTo>
                  <a:pt x="5797995" y="5506022"/>
                  <a:pt x="5506022" y="5579174"/>
                  <a:pt x="5389690" y="5777802"/>
                </a:cubicBezTo>
                <a:cubicBezTo>
                  <a:pt x="5385435" y="5785104"/>
                  <a:pt x="5364099" y="5827967"/>
                  <a:pt x="5362766" y="5832666"/>
                </a:cubicBezTo>
                <a:cubicBezTo>
                  <a:pt x="5326571" y="5957507"/>
                  <a:pt x="5390896" y="6042597"/>
                  <a:pt x="5204016" y="6098286"/>
                </a:cubicBezTo>
                <a:cubicBezTo>
                  <a:pt x="5167186" y="6109272"/>
                  <a:pt x="5028883" y="6126036"/>
                  <a:pt x="5020501" y="6130544"/>
                </a:cubicBezTo>
                <a:cubicBezTo>
                  <a:pt x="5017072" y="6132386"/>
                  <a:pt x="5009896" y="6154357"/>
                  <a:pt x="4999863" y="6164072"/>
                </a:cubicBezTo>
                <a:cubicBezTo>
                  <a:pt x="4890389" y="6269609"/>
                  <a:pt x="4606100" y="6237796"/>
                  <a:pt x="4454208" y="6237288"/>
                </a:cubicBezTo>
                <a:cubicBezTo>
                  <a:pt x="4208209" y="6236462"/>
                  <a:pt x="3700082" y="6217730"/>
                  <a:pt x="3518408" y="6365621"/>
                </a:cubicBezTo>
                <a:cubicBezTo>
                  <a:pt x="3506788" y="6375083"/>
                  <a:pt x="3516884" y="6387402"/>
                  <a:pt x="3495040" y="6384862"/>
                </a:cubicBezTo>
                <a:cubicBezTo>
                  <a:pt x="3491294" y="6384417"/>
                  <a:pt x="3456622" y="6344666"/>
                  <a:pt x="3445256" y="6338507"/>
                </a:cubicBezTo>
                <a:cubicBezTo>
                  <a:pt x="3315081" y="6268149"/>
                  <a:pt x="3062605" y="6243320"/>
                  <a:pt x="2906713" y="6237224"/>
                </a:cubicBezTo>
                <a:cubicBezTo>
                  <a:pt x="2707196" y="6229414"/>
                  <a:pt x="2135950" y="6285611"/>
                  <a:pt x="2004314" y="6175629"/>
                </a:cubicBezTo>
                <a:cubicBezTo>
                  <a:pt x="1989138" y="6162929"/>
                  <a:pt x="1982026" y="6138672"/>
                  <a:pt x="1971040" y="6133084"/>
                </a:cubicBezTo>
                <a:cubicBezTo>
                  <a:pt x="1949196" y="6121972"/>
                  <a:pt x="1828292" y="6111240"/>
                  <a:pt x="1785684" y="6098413"/>
                </a:cubicBezTo>
                <a:cubicBezTo>
                  <a:pt x="1616012" y="6047232"/>
                  <a:pt x="1666113" y="5954014"/>
                  <a:pt x="1636586" y="5840413"/>
                </a:cubicBezTo>
                <a:cubicBezTo>
                  <a:pt x="1624140" y="5792407"/>
                  <a:pt x="1588897" y="5745798"/>
                  <a:pt x="1553464" y="5706809"/>
                </a:cubicBezTo>
                <a:cubicBezTo>
                  <a:pt x="1537589" y="5689283"/>
                  <a:pt x="1475486" y="5638610"/>
                  <a:pt x="1453769" y="5625402"/>
                </a:cubicBezTo>
                <a:cubicBezTo>
                  <a:pt x="1308926" y="5537645"/>
                  <a:pt x="1133666" y="5504371"/>
                  <a:pt x="956120" y="5494655"/>
                </a:cubicBezTo>
                <a:cubicBezTo>
                  <a:pt x="950024" y="5494338"/>
                  <a:pt x="947738" y="5480876"/>
                  <a:pt x="952691" y="5474843"/>
                </a:cubicBezTo>
                <a:cubicBezTo>
                  <a:pt x="978726" y="5443347"/>
                  <a:pt x="999427" y="5407914"/>
                  <a:pt x="991299" y="5367846"/>
                </a:cubicBezTo>
                <a:cubicBezTo>
                  <a:pt x="980567" y="5314760"/>
                  <a:pt x="895985" y="5277676"/>
                  <a:pt x="877189" y="5262245"/>
                </a:cubicBezTo>
                <a:cubicBezTo>
                  <a:pt x="874903" y="5260404"/>
                  <a:pt x="873570" y="5256276"/>
                  <a:pt x="873697" y="5251958"/>
                </a:cubicBezTo>
                <a:cubicBezTo>
                  <a:pt x="881316" y="5003419"/>
                  <a:pt x="880809" y="4754309"/>
                  <a:pt x="879729" y="4505389"/>
                </a:cubicBezTo>
                <a:cubicBezTo>
                  <a:pt x="875157" y="3412871"/>
                  <a:pt x="895160" y="2313242"/>
                  <a:pt x="879793" y="1212025"/>
                </a:cubicBezTo>
                <a:cubicBezTo>
                  <a:pt x="879666" y="1201928"/>
                  <a:pt x="878777" y="1192403"/>
                  <a:pt x="875855" y="1182942"/>
                </a:cubicBezTo>
                <a:cubicBezTo>
                  <a:pt x="873887" y="1176592"/>
                  <a:pt x="875919" y="1168654"/>
                  <a:pt x="880047" y="1167194"/>
                </a:cubicBezTo>
                <a:cubicBezTo>
                  <a:pt x="912749" y="1155510"/>
                  <a:pt x="1036193" y="1164082"/>
                  <a:pt x="1064768" y="1162368"/>
                </a:cubicBezTo>
                <a:cubicBezTo>
                  <a:pt x="1246124" y="1151827"/>
                  <a:pt x="1511173" y="1102360"/>
                  <a:pt x="1570355" y="943038"/>
                </a:cubicBezTo>
                <a:cubicBezTo>
                  <a:pt x="1571625" y="939546"/>
                  <a:pt x="1573911" y="937451"/>
                  <a:pt x="1576324" y="937832"/>
                </a:cubicBezTo>
                <a:cubicBezTo>
                  <a:pt x="1622108" y="944563"/>
                  <a:pt x="1661859" y="964692"/>
                  <a:pt x="1710055" y="968185"/>
                </a:cubicBezTo>
                <a:cubicBezTo>
                  <a:pt x="1853248" y="978662"/>
                  <a:pt x="1988820" y="906145"/>
                  <a:pt x="2070227" y="814959"/>
                </a:cubicBezTo>
                <a:cubicBezTo>
                  <a:pt x="2071497" y="813499"/>
                  <a:pt x="2073021" y="812927"/>
                  <a:pt x="2074609" y="813308"/>
                </a:cubicBezTo>
                <a:cubicBezTo>
                  <a:pt x="2215579" y="850837"/>
                  <a:pt x="2442909" y="901700"/>
                  <a:pt x="2507488" y="751205"/>
                </a:cubicBezTo>
                <a:cubicBezTo>
                  <a:pt x="2521014" y="719709"/>
                  <a:pt x="2514346" y="693674"/>
                  <a:pt x="2540699" y="662051"/>
                </a:cubicBezTo>
                <a:cubicBezTo>
                  <a:pt x="2668207" y="509397"/>
                  <a:pt x="3207004" y="593725"/>
                  <a:pt x="3417761" y="517779"/>
                </a:cubicBezTo>
                <a:cubicBezTo>
                  <a:pt x="3452241" y="505333"/>
                  <a:pt x="3471545" y="488506"/>
                  <a:pt x="3501453" y="473583"/>
                </a:cubicBezTo>
                <a:cubicBezTo>
                  <a:pt x="3503295" y="472631"/>
                  <a:pt x="3505264" y="473266"/>
                  <a:pt x="3506851" y="475171"/>
                </a:cubicBezTo>
                <a:cubicBezTo>
                  <a:pt x="3540887" y="514985"/>
                  <a:pt x="3612452" y="531368"/>
                  <a:pt x="3668459" y="539941"/>
                </a:cubicBezTo>
                <a:cubicBezTo>
                  <a:pt x="3865690" y="570103"/>
                  <a:pt x="4248912" y="535432"/>
                  <a:pt x="4404805" y="620840"/>
                </a:cubicBezTo>
                <a:cubicBezTo>
                  <a:pt x="4503484" y="674942"/>
                  <a:pt x="4463669" y="756920"/>
                  <a:pt x="4538853" y="813626"/>
                </a:cubicBezTo>
                <a:cubicBezTo>
                  <a:pt x="4632897" y="884555"/>
                  <a:pt x="4806188" y="845058"/>
                  <a:pt x="4915027" y="814832"/>
                </a:cubicBezTo>
                <a:cubicBezTo>
                  <a:pt x="4916361" y="814451"/>
                  <a:pt x="4917694" y="814832"/>
                  <a:pt x="4918901" y="815912"/>
                </a:cubicBezTo>
                <a:cubicBezTo>
                  <a:pt x="5046663" y="931355"/>
                  <a:pt x="5218748" y="1020255"/>
                  <a:pt x="5408740" y="939355"/>
                </a:cubicBezTo>
                <a:cubicBezTo>
                  <a:pt x="5410454" y="938657"/>
                  <a:pt x="5412296" y="939165"/>
                  <a:pt x="5413756" y="940816"/>
                </a:cubicBezTo>
                <a:cubicBezTo>
                  <a:pt x="5450523" y="982726"/>
                  <a:pt x="5463604" y="1016952"/>
                  <a:pt x="5517325" y="1053275"/>
                </a:cubicBezTo>
                <a:cubicBezTo>
                  <a:pt x="5587937" y="1101027"/>
                  <a:pt x="5788533" y="1161923"/>
                  <a:pt x="5877878" y="1161923"/>
                </a:cubicBezTo>
                <a:lnTo>
                  <a:pt x="6102985" y="1161923"/>
                </a:lnTo>
                <a:cubicBezTo>
                  <a:pt x="6152642" y="1158621"/>
                  <a:pt x="6232335" y="1163511"/>
                  <a:pt x="6254623" y="1162241"/>
                </a:cubicBezTo>
                <a:cubicBezTo>
                  <a:pt x="6435979" y="1151700"/>
                  <a:pt x="6701028" y="1102233"/>
                  <a:pt x="6760210" y="942912"/>
                </a:cubicBezTo>
                <a:cubicBezTo>
                  <a:pt x="6761481" y="939419"/>
                  <a:pt x="6763766" y="937324"/>
                  <a:pt x="6766179" y="937705"/>
                </a:cubicBezTo>
                <a:cubicBezTo>
                  <a:pt x="6811963" y="944436"/>
                  <a:pt x="6851714" y="964565"/>
                  <a:pt x="6899910" y="968058"/>
                </a:cubicBezTo>
                <a:cubicBezTo>
                  <a:pt x="7043103" y="978535"/>
                  <a:pt x="7178675" y="906018"/>
                  <a:pt x="7260082" y="814832"/>
                </a:cubicBezTo>
                <a:cubicBezTo>
                  <a:pt x="7261352" y="813372"/>
                  <a:pt x="7262876" y="812800"/>
                  <a:pt x="7264464" y="813181"/>
                </a:cubicBezTo>
                <a:cubicBezTo>
                  <a:pt x="7405434" y="850710"/>
                  <a:pt x="7632764" y="901573"/>
                  <a:pt x="7697344" y="751078"/>
                </a:cubicBezTo>
                <a:cubicBezTo>
                  <a:pt x="7710869" y="719582"/>
                  <a:pt x="7704201" y="693547"/>
                  <a:pt x="7730554" y="661924"/>
                </a:cubicBezTo>
                <a:cubicBezTo>
                  <a:pt x="7857998" y="509270"/>
                  <a:pt x="8396859" y="593598"/>
                  <a:pt x="8607616" y="517652"/>
                </a:cubicBezTo>
                <a:cubicBezTo>
                  <a:pt x="8642096" y="505206"/>
                  <a:pt x="8661400" y="488379"/>
                  <a:pt x="8691308" y="473456"/>
                </a:cubicBezTo>
                <a:cubicBezTo>
                  <a:pt x="8693150" y="472504"/>
                  <a:pt x="8695119" y="473139"/>
                  <a:pt x="8696706" y="475044"/>
                </a:cubicBezTo>
                <a:cubicBezTo>
                  <a:pt x="8730742" y="514858"/>
                  <a:pt x="8802306" y="531241"/>
                  <a:pt x="8858314" y="539814"/>
                </a:cubicBezTo>
                <a:cubicBezTo>
                  <a:pt x="9055544" y="569976"/>
                  <a:pt x="9438767" y="535305"/>
                  <a:pt x="9594659" y="620713"/>
                </a:cubicBezTo>
                <a:cubicBezTo>
                  <a:pt x="9693339" y="674815"/>
                  <a:pt x="9653524" y="756793"/>
                  <a:pt x="9728708" y="813499"/>
                </a:cubicBezTo>
                <a:cubicBezTo>
                  <a:pt x="9822752" y="884428"/>
                  <a:pt x="9996043" y="844931"/>
                  <a:pt x="10104882" y="814705"/>
                </a:cubicBezTo>
                <a:cubicBezTo>
                  <a:pt x="10106216" y="814324"/>
                  <a:pt x="10107549" y="814705"/>
                  <a:pt x="10108756" y="815785"/>
                </a:cubicBezTo>
                <a:cubicBezTo>
                  <a:pt x="10236518" y="931227"/>
                  <a:pt x="10408603" y="1020127"/>
                  <a:pt x="10598594" y="939229"/>
                </a:cubicBezTo>
                <a:cubicBezTo>
                  <a:pt x="10600309" y="938530"/>
                  <a:pt x="10602151" y="939038"/>
                  <a:pt x="10603611" y="940689"/>
                </a:cubicBezTo>
                <a:cubicBezTo>
                  <a:pt x="10640378" y="982599"/>
                  <a:pt x="10653458" y="1016826"/>
                  <a:pt x="10707180" y="1053148"/>
                </a:cubicBezTo>
                <a:cubicBezTo>
                  <a:pt x="10777792" y="1100900"/>
                  <a:pt x="10978388" y="1161796"/>
                  <a:pt x="11067732" y="1161796"/>
                </a:cubicBezTo>
                <a:lnTo>
                  <a:pt x="11303508" y="1161796"/>
                </a:lnTo>
                <a:cubicBezTo>
                  <a:pt x="11307001" y="1161796"/>
                  <a:pt x="11309858" y="1166622"/>
                  <a:pt x="11309858" y="1172655"/>
                </a:cubicBezTo>
                <a:lnTo>
                  <a:pt x="11318367" y="4576064"/>
                </a:lnTo>
                <a:lnTo>
                  <a:pt x="11308397" y="5259070"/>
                </a:lnTo>
                <a:close/>
              </a:path>
            </a:pathLst>
          </a:custGeom>
          <a:solidFill>
            <a:schemeClr val="lt1"/>
          </a:solidFill>
          <a:ln w="9525">
            <a:solidFill>
              <a:srgbClr val="F9EDD9"/>
            </a:solidFill>
            <a:round/>
          </a:ln>
          <a:effectLst>
            <a:outerShdw blurRad="57240" dist="37952" dir="13916061" algn="bl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 type="title"/>
          </p:nvPr>
        </p:nvSpPr>
        <p:spPr>
          <a:xfrm>
            <a:off x="1905120" y="914400"/>
            <a:ext cx="6352920" cy="223812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txBody>
          <a:bodyPr lIns="91440" tIns="91440" r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6700" b="0" u="none" strike="noStrike" dirty="0">
                <a:solidFill>
                  <a:schemeClr val="dk1"/>
                </a:solidFill>
                <a:effectLst/>
                <a:uFillTx/>
                <a:latin typeface="Monsieur La Doulaise"/>
                <a:ea typeface="Aboreto"/>
              </a:rPr>
              <a:t>Visiting the Sacred</a:t>
            </a:r>
            <a:r>
              <a:rPr lang="en-US" sz="3800" b="0" u="none" strike="noStrike" dirty="0">
                <a:solidFill>
                  <a:schemeClr val="dk1"/>
                </a:solidFill>
                <a:effectLst/>
                <a:uFillTx/>
                <a:latin typeface="Aboreto"/>
                <a:ea typeface="Aboreto"/>
              </a:rPr>
              <a:t> </a:t>
            </a:r>
            <a:r>
              <a:rPr lang="en-US" sz="6700" b="0" u="none" strike="noStrike" dirty="0">
                <a:solidFill>
                  <a:schemeClr val="dk1"/>
                </a:solidFill>
                <a:effectLst/>
                <a:uFillTx/>
                <a:latin typeface="Monsieur La Doulaise"/>
                <a:ea typeface="Aboreto"/>
              </a:rPr>
              <a:t>Ensembles</a:t>
            </a:r>
            <a:endParaRPr lang="fr-FR" sz="6700" b="0" u="none" strike="noStrike" dirty="0">
              <a:solidFill>
                <a:schemeClr val="dk1"/>
              </a:solidFill>
              <a:effectLst/>
              <a:uFillTx/>
              <a:latin typeface="Monsieur La Doulaise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 type="title"/>
          </p:nvPr>
        </p:nvSpPr>
        <p:spPr>
          <a:xfrm>
            <a:off x="771480" y="809640"/>
            <a:ext cx="1266480" cy="126648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txBody>
          <a:bodyPr lIns="91440" tIns="91440" rIns="91440" bIns="91440" anchor="ctr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boreto"/>
              </a:rPr>
              <a:t>02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25" name="Google Shape;241;p32"/>
          <p:cNvGrpSpPr/>
          <p:nvPr/>
        </p:nvGrpSpPr>
        <p:grpSpPr>
          <a:xfrm>
            <a:off x="205560" y="286200"/>
            <a:ext cx="8740080" cy="4484520"/>
            <a:chOff x="205560" y="286200"/>
            <a:chExt cx="8740080" cy="4484520"/>
          </a:xfrm>
        </p:grpSpPr>
        <p:sp>
          <p:nvSpPr>
            <p:cNvPr id="126" name="Google Shape;242;p32"/>
            <p:cNvSpPr/>
            <p:nvPr/>
          </p:nvSpPr>
          <p:spPr>
            <a:xfrm>
              <a:off x="4410000" y="286200"/>
              <a:ext cx="324000" cy="324000"/>
            </a:xfrm>
            <a:prstGeom prst="star8">
              <a:avLst>
                <a:gd name="adj" fmla="val 37500"/>
              </a:avLst>
            </a:prstGeom>
            <a:noFill/>
            <a:ln w="9525">
              <a:solidFill>
                <a:srgbClr val="F9EDD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7" name="Google Shape;243;p32"/>
            <p:cNvSpPr/>
            <p:nvPr/>
          </p:nvSpPr>
          <p:spPr>
            <a:xfrm>
              <a:off x="4410000" y="4446720"/>
              <a:ext cx="324000" cy="324000"/>
            </a:xfrm>
            <a:prstGeom prst="star8">
              <a:avLst>
                <a:gd name="adj" fmla="val 37500"/>
              </a:avLst>
            </a:prstGeom>
            <a:noFill/>
            <a:ln w="9525">
              <a:solidFill>
                <a:srgbClr val="F9EDD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28" name="Google Shape;244;p32"/>
            <p:cNvGrpSpPr/>
            <p:nvPr/>
          </p:nvGrpSpPr>
          <p:grpSpPr>
            <a:xfrm>
              <a:off x="205560" y="833760"/>
              <a:ext cx="172800" cy="3252600"/>
              <a:chOff x="205560" y="833760"/>
              <a:chExt cx="172800" cy="3252600"/>
            </a:xfrm>
          </p:grpSpPr>
          <p:cxnSp>
            <p:nvCxnSpPr>
              <p:cNvPr id="129" name="Google Shape;245;p32"/>
              <p:cNvCxnSpPr/>
              <p:nvPr/>
            </p:nvCxnSpPr>
            <p:spPr>
              <a:xfrm>
                <a:off x="291960" y="939240"/>
                <a:ext cx="360" cy="3041280"/>
              </a:xfrm>
              <a:prstGeom prst="straightConnector1">
                <a:avLst/>
              </a:prstGeom>
              <a:ln w="9525">
                <a:solidFill>
                  <a:srgbClr val="F9EDD9"/>
                </a:solidFill>
                <a:round/>
              </a:ln>
            </p:spPr>
          </p:cxnSp>
          <p:sp>
            <p:nvSpPr>
              <p:cNvPr id="130" name="Google Shape;247;p32"/>
              <p:cNvSpPr/>
              <p:nvPr/>
            </p:nvSpPr>
            <p:spPr>
              <a:xfrm>
                <a:off x="205560" y="2373840"/>
                <a:ext cx="172800" cy="172800"/>
              </a:xfrm>
              <a:prstGeom prst="star4">
                <a:avLst>
                  <a:gd name="adj" fmla="val 25578"/>
                </a:avLst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1320" bIns="313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1" name="Google Shape;248;p32"/>
              <p:cNvSpPr/>
              <p:nvPr/>
            </p:nvSpPr>
            <p:spPr>
              <a:xfrm>
                <a:off x="238680" y="833760"/>
                <a:ext cx="106200" cy="10620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7440" bIns="37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2" name="Google Shape;246;p32"/>
              <p:cNvSpPr/>
              <p:nvPr/>
            </p:nvSpPr>
            <p:spPr>
              <a:xfrm>
                <a:off x="238680" y="3980160"/>
                <a:ext cx="106200" cy="10620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7440" bIns="37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33" name="Google Shape;249;p32"/>
            <p:cNvGrpSpPr/>
            <p:nvPr/>
          </p:nvGrpSpPr>
          <p:grpSpPr>
            <a:xfrm>
              <a:off x="8772840" y="833760"/>
              <a:ext cx="172800" cy="3252600"/>
              <a:chOff x="8772840" y="833760"/>
              <a:chExt cx="172800" cy="3252600"/>
            </a:xfrm>
          </p:grpSpPr>
          <p:cxnSp>
            <p:nvCxnSpPr>
              <p:cNvPr id="134" name="Google Shape;250;p32"/>
              <p:cNvCxnSpPr/>
              <p:nvPr/>
            </p:nvCxnSpPr>
            <p:spPr>
              <a:xfrm>
                <a:off x="8859240" y="939240"/>
                <a:ext cx="360" cy="3041280"/>
              </a:xfrm>
              <a:prstGeom prst="straightConnector1">
                <a:avLst/>
              </a:prstGeom>
              <a:ln w="9525">
                <a:solidFill>
                  <a:srgbClr val="F9EDD9"/>
                </a:solidFill>
                <a:round/>
              </a:ln>
            </p:spPr>
          </p:cxnSp>
          <p:sp>
            <p:nvSpPr>
              <p:cNvPr id="135" name="Google Shape;252;p32"/>
              <p:cNvSpPr/>
              <p:nvPr/>
            </p:nvSpPr>
            <p:spPr>
              <a:xfrm>
                <a:off x="8772840" y="2373840"/>
                <a:ext cx="172800" cy="172800"/>
              </a:xfrm>
              <a:prstGeom prst="star4">
                <a:avLst>
                  <a:gd name="adj" fmla="val 25578"/>
                </a:avLst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1320" bIns="313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6" name="Google Shape;253;p32"/>
              <p:cNvSpPr/>
              <p:nvPr/>
            </p:nvSpPr>
            <p:spPr>
              <a:xfrm>
                <a:off x="8806320" y="833760"/>
                <a:ext cx="106200" cy="10620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7440" bIns="37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7" name="Google Shape;251;p32"/>
              <p:cNvSpPr/>
              <p:nvPr/>
            </p:nvSpPr>
            <p:spPr>
              <a:xfrm>
                <a:off x="8806320" y="3980160"/>
                <a:ext cx="106200" cy="10620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7440" bIns="37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402840" y="213266"/>
            <a:ext cx="3024287" cy="1039628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6100" b="0" u="none" strike="noStrike" dirty="0">
                <a:solidFill>
                  <a:schemeClr val="dk1"/>
                </a:solidFill>
                <a:effectLst/>
                <a:uFillTx/>
                <a:latin typeface="Monsieur La Doulaise"/>
                <a:ea typeface="Aboreto"/>
              </a:rPr>
              <a:t>Location</a:t>
            </a:r>
            <a:endParaRPr lang="fr-FR" sz="61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40" name="Google Shape;260;p33"/>
          <p:cNvGrpSpPr/>
          <p:nvPr/>
        </p:nvGrpSpPr>
        <p:grpSpPr>
          <a:xfrm>
            <a:off x="-1084497" y="-60120"/>
            <a:ext cx="2168994" cy="5263200"/>
            <a:chOff x="-1551960" y="-58320"/>
            <a:chExt cx="4029120" cy="5263200"/>
          </a:xfrm>
        </p:grpSpPr>
        <p:sp>
          <p:nvSpPr>
            <p:cNvPr id="141" name="Google Shape;261;p33"/>
            <p:cNvSpPr/>
            <p:nvPr/>
          </p:nvSpPr>
          <p:spPr>
            <a:xfrm>
              <a:off x="-1551960" y="-58320"/>
              <a:ext cx="4029120" cy="5263200"/>
            </a:xfrm>
            <a:custGeom>
              <a:avLst/>
              <a:gdLst>
                <a:gd name="textAreaLeft" fmla="*/ 0 w 4029120"/>
                <a:gd name="textAreaRight" fmla="*/ 4029480 w 4029120"/>
                <a:gd name="textAreaTop" fmla="*/ 0 h 5263200"/>
                <a:gd name="textAreaBottom" fmla="*/ 5263560 h 5263200"/>
              </a:gdLst>
              <a:ahLst/>
              <a:cxnLst/>
              <a:rect l="textAreaLeft" t="textAreaTop" r="textAreaRight" b="textAreaBottom"/>
              <a:pathLst>
                <a:path w="5250243" h="6858000">
                  <a:moveTo>
                    <a:pt x="3848989" y="6719189"/>
                  </a:moveTo>
                  <a:lnTo>
                    <a:pt x="5250244" y="6858000"/>
                  </a:lnTo>
                  <a:lnTo>
                    <a:pt x="0" y="6858000"/>
                  </a:lnTo>
                  <a:lnTo>
                    <a:pt x="1401255" y="6719189"/>
                  </a:lnTo>
                  <a:cubicBezTo>
                    <a:pt x="1975358" y="6662356"/>
                    <a:pt x="2429510" y="6208205"/>
                    <a:pt x="2486343" y="5634101"/>
                  </a:cubicBezTo>
                  <a:lnTo>
                    <a:pt x="2609279" y="4392676"/>
                  </a:lnTo>
                  <a:lnTo>
                    <a:pt x="2565718" y="3952558"/>
                  </a:lnTo>
                  <a:cubicBezTo>
                    <a:pt x="2541397" y="3707003"/>
                    <a:pt x="2347087" y="3512693"/>
                    <a:pt x="2101533" y="3488372"/>
                  </a:cubicBezTo>
                  <a:lnTo>
                    <a:pt x="1501585" y="3429000"/>
                  </a:lnTo>
                  <a:lnTo>
                    <a:pt x="2101533" y="3369564"/>
                  </a:lnTo>
                  <a:cubicBezTo>
                    <a:pt x="2347087" y="3345244"/>
                    <a:pt x="2541397" y="3150997"/>
                    <a:pt x="2565718" y="2905379"/>
                  </a:cubicBezTo>
                  <a:lnTo>
                    <a:pt x="2608580" y="2472246"/>
                  </a:lnTo>
                  <a:lnTo>
                    <a:pt x="2486343" y="1237869"/>
                  </a:lnTo>
                  <a:cubicBezTo>
                    <a:pt x="2429510" y="663766"/>
                    <a:pt x="1975358" y="209613"/>
                    <a:pt x="1401255" y="152718"/>
                  </a:cubicBezTo>
                  <a:lnTo>
                    <a:pt x="0" y="13970"/>
                  </a:lnTo>
                  <a:lnTo>
                    <a:pt x="141224" y="0"/>
                  </a:lnTo>
                  <a:lnTo>
                    <a:pt x="5109020" y="0"/>
                  </a:lnTo>
                  <a:lnTo>
                    <a:pt x="5250244" y="13970"/>
                  </a:lnTo>
                  <a:lnTo>
                    <a:pt x="3848989" y="152718"/>
                  </a:lnTo>
                  <a:cubicBezTo>
                    <a:pt x="3274886" y="209613"/>
                    <a:pt x="2820734" y="663766"/>
                    <a:pt x="2763901" y="1237869"/>
                  </a:cubicBezTo>
                  <a:lnTo>
                    <a:pt x="2641664" y="2472246"/>
                  </a:lnTo>
                  <a:lnTo>
                    <a:pt x="2684526" y="2905379"/>
                  </a:lnTo>
                  <a:cubicBezTo>
                    <a:pt x="2708847" y="3150997"/>
                    <a:pt x="2903157" y="3345244"/>
                    <a:pt x="3148711" y="3369564"/>
                  </a:cubicBezTo>
                  <a:lnTo>
                    <a:pt x="3748659" y="3429000"/>
                  </a:lnTo>
                  <a:lnTo>
                    <a:pt x="3148711" y="3488372"/>
                  </a:lnTo>
                  <a:cubicBezTo>
                    <a:pt x="2903157" y="3512693"/>
                    <a:pt x="2708847" y="3707003"/>
                    <a:pt x="2684526" y="3952558"/>
                  </a:cubicBezTo>
                  <a:lnTo>
                    <a:pt x="2640965" y="4392676"/>
                  </a:lnTo>
                  <a:lnTo>
                    <a:pt x="2763901" y="5634101"/>
                  </a:lnTo>
                  <a:cubicBezTo>
                    <a:pt x="2820734" y="6208205"/>
                    <a:pt x="3274886" y="6662356"/>
                    <a:pt x="3848989" y="6719189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9EDD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2" name="Google Shape;262;p33"/>
            <p:cNvSpPr/>
            <p:nvPr/>
          </p:nvSpPr>
          <p:spPr>
            <a:xfrm>
              <a:off x="376200" y="2485080"/>
              <a:ext cx="172800" cy="172800"/>
            </a:xfrm>
            <a:prstGeom prst="star4">
              <a:avLst>
                <a:gd name="adj" fmla="val 25578"/>
              </a:avLst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1320" bIns="3132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 dirty="0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634DAAF-25B5-6CB9-1DCA-006AEDB9530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402840" y="1252894"/>
            <a:ext cx="3823920" cy="1230386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Located about 20 </a:t>
            </a:r>
            <a:r>
              <a:rPr lang="en-US" sz="2000" dirty="0" err="1"/>
              <a:t>kilometeres</a:t>
            </a:r>
            <a:r>
              <a:rPr lang="en-US" sz="2000" dirty="0"/>
              <a:t> east from Belur. The Sacred Ensembles provide an intricate look in history</a:t>
            </a:r>
            <a:endParaRPr lang="en-IN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D4D934-29AA-F93B-A653-45BBABCD579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08449" y="602166"/>
            <a:ext cx="3925228" cy="301083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pSp>
        <p:nvGrpSpPr>
          <p:cNvPr id="3" name="Google Shape;260;p33">
            <a:extLst>
              <a:ext uri="{FF2B5EF4-FFF2-40B4-BE49-F238E27FC236}">
                <a16:creationId xmlns:a16="http://schemas.microsoft.com/office/drawing/2014/main" id="{A72DC3D7-9BE6-BA55-AD0A-835D7219754C}"/>
              </a:ext>
            </a:extLst>
          </p:cNvPr>
          <p:cNvGrpSpPr/>
          <p:nvPr/>
        </p:nvGrpSpPr>
        <p:grpSpPr>
          <a:xfrm>
            <a:off x="8059503" y="-60120"/>
            <a:ext cx="2168994" cy="5263200"/>
            <a:chOff x="-1551960" y="-58320"/>
            <a:chExt cx="4029120" cy="5263200"/>
          </a:xfrm>
        </p:grpSpPr>
        <p:sp>
          <p:nvSpPr>
            <p:cNvPr id="4" name="Google Shape;261;p33">
              <a:extLst>
                <a:ext uri="{FF2B5EF4-FFF2-40B4-BE49-F238E27FC236}">
                  <a16:creationId xmlns:a16="http://schemas.microsoft.com/office/drawing/2014/main" id="{4224F408-CC8F-25AD-883C-CDBCBAECFC8C}"/>
                </a:ext>
              </a:extLst>
            </p:cNvPr>
            <p:cNvSpPr/>
            <p:nvPr/>
          </p:nvSpPr>
          <p:spPr>
            <a:xfrm>
              <a:off x="-1551960" y="-58320"/>
              <a:ext cx="4029120" cy="5263200"/>
            </a:xfrm>
            <a:custGeom>
              <a:avLst/>
              <a:gdLst>
                <a:gd name="textAreaLeft" fmla="*/ 0 w 4029120"/>
                <a:gd name="textAreaRight" fmla="*/ 4029480 w 4029120"/>
                <a:gd name="textAreaTop" fmla="*/ 0 h 5263200"/>
                <a:gd name="textAreaBottom" fmla="*/ 5263560 h 5263200"/>
              </a:gdLst>
              <a:ahLst/>
              <a:cxnLst/>
              <a:rect l="textAreaLeft" t="textAreaTop" r="textAreaRight" b="textAreaBottom"/>
              <a:pathLst>
                <a:path w="5250243" h="6858000">
                  <a:moveTo>
                    <a:pt x="3848989" y="6719189"/>
                  </a:moveTo>
                  <a:lnTo>
                    <a:pt x="5250244" y="6858000"/>
                  </a:lnTo>
                  <a:lnTo>
                    <a:pt x="0" y="6858000"/>
                  </a:lnTo>
                  <a:lnTo>
                    <a:pt x="1401255" y="6719189"/>
                  </a:lnTo>
                  <a:cubicBezTo>
                    <a:pt x="1975358" y="6662356"/>
                    <a:pt x="2429510" y="6208205"/>
                    <a:pt x="2486343" y="5634101"/>
                  </a:cubicBezTo>
                  <a:lnTo>
                    <a:pt x="2609279" y="4392676"/>
                  </a:lnTo>
                  <a:lnTo>
                    <a:pt x="2565718" y="3952558"/>
                  </a:lnTo>
                  <a:cubicBezTo>
                    <a:pt x="2541397" y="3707003"/>
                    <a:pt x="2347087" y="3512693"/>
                    <a:pt x="2101533" y="3488372"/>
                  </a:cubicBezTo>
                  <a:lnTo>
                    <a:pt x="1501585" y="3429000"/>
                  </a:lnTo>
                  <a:lnTo>
                    <a:pt x="2101533" y="3369564"/>
                  </a:lnTo>
                  <a:cubicBezTo>
                    <a:pt x="2347087" y="3345244"/>
                    <a:pt x="2541397" y="3150997"/>
                    <a:pt x="2565718" y="2905379"/>
                  </a:cubicBezTo>
                  <a:lnTo>
                    <a:pt x="2608580" y="2472246"/>
                  </a:lnTo>
                  <a:lnTo>
                    <a:pt x="2486343" y="1237869"/>
                  </a:lnTo>
                  <a:cubicBezTo>
                    <a:pt x="2429510" y="663766"/>
                    <a:pt x="1975358" y="209613"/>
                    <a:pt x="1401255" y="152718"/>
                  </a:cubicBezTo>
                  <a:lnTo>
                    <a:pt x="0" y="13970"/>
                  </a:lnTo>
                  <a:lnTo>
                    <a:pt x="141224" y="0"/>
                  </a:lnTo>
                  <a:lnTo>
                    <a:pt x="5109020" y="0"/>
                  </a:lnTo>
                  <a:lnTo>
                    <a:pt x="5250244" y="13970"/>
                  </a:lnTo>
                  <a:lnTo>
                    <a:pt x="3848989" y="152718"/>
                  </a:lnTo>
                  <a:cubicBezTo>
                    <a:pt x="3274886" y="209613"/>
                    <a:pt x="2820734" y="663766"/>
                    <a:pt x="2763901" y="1237869"/>
                  </a:cubicBezTo>
                  <a:lnTo>
                    <a:pt x="2641664" y="2472246"/>
                  </a:lnTo>
                  <a:lnTo>
                    <a:pt x="2684526" y="2905379"/>
                  </a:lnTo>
                  <a:cubicBezTo>
                    <a:pt x="2708847" y="3150997"/>
                    <a:pt x="2903157" y="3345244"/>
                    <a:pt x="3148711" y="3369564"/>
                  </a:cubicBezTo>
                  <a:lnTo>
                    <a:pt x="3748659" y="3429000"/>
                  </a:lnTo>
                  <a:lnTo>
                    <a:pt x="3148711" y="3488372"/>
                  </a:lnTo>
                  <a:cubicBezTo>
                    <a:pt x="2903157" y="3512693"/>
                    <a:pt x="2708847" y="3707003"/>
                    <a:pt x="2684526" y="3952558"/>
                  </a:cubicBezTo>
                  <a:lnTo>
                    <a:pt x="2640965" y="4392676"/>
                  </a:lnTo>
                  <a:lnTo>
                    <a:pt x="2763901" y="5634101"/>
                  </a:lnTo>
                  <a:cubicBezTo>
                    <a:pt x="2820734" y="6208205"/>
                    <a:pt x="3274886" y="6662356"/>
                    <a:pt x="3848989" y="6719189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9EDD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" name="Google Shape;262;p33">
              <a:extLst>
                <a:ext uri="{FF2B5EF4-FFF2-40B4-BE49-F238E27FC236}">
                  <a16:creationId xmlns:a16="http://schemas.microsoft.com/office/drawing/2014/main" id="{B431C7CB-A127-A298-7A01-CFAB2F2A0EE2}"/>
                </a:ext>
              </a:extLst>
            </p:cNvPr>
            <p:cNvSpPr/>
            <p:nvPr/>
          </p:nvSpPr>
          <p:spPr>
            <a:xfrm>
              <a:off x="376200" y="2485080"/>
              <a:ext cx="172800" cy="172800"/>
            </a:xfrm>
            <a:prstGeom prst="star4">
              <a:avLst>
                <a:gd name="adj" fmla="val 25578"/>
              </a:avLst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1320" bIns="3132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 dirty="0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1F14A6-F549-05C8-CB6E-509833E4A8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3366" y="651909"/>
            <a:ext cx="3977267" cy="4380079"/>
          </a:xfrm>
          <a:prstGeom prst="rect">
            <a:avLst/>
          </a:prstGeom>
          <a:solidFill>
            <a:schemeClr val="accent1"/>
          </a:solidFill>
          <a:ln w="88900" cap="sq">
            <a:solidFill>
              <a:schemeClr val="tx2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4B0B1E1-2E37-1B14-DF28-7164AB5DCA53}"/>
              </a:ext>
            </a:extLst>
          </p:cNvPr>
          <p:cNvSpPr txBox="1"/>
          <p:nvPr/>
        </p:nvSpPr>
        <p:spPr>
          <a:xfrm>
            <a:off x="1590907" y="111512"/>
            <a:ext cx="5872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Route(via Road)</a:t>
            </a:r>
            <a:endParaRPr lang="en-IN" dirty="0"/>
          </a:p>
        </p:txBody>
      </p:sp>
      <p:grpSp>
        <p:nvGrpSpPr>
          <p:cNvPr id="2" name="Google Shape;260;p33">
            <a:extLst>
              <a:ext uri="{FF2B5EF4-FFF2-40B4-BE49-F238E27FC236}">
                <a16:creationId xmlns:a16="http://schemas.microsoft.com/office/drawing/2014/main" id="{892DCAC4-A1C8-2030-057E-818BD6EF0DB7}"/>
              </a:ext>
            </a:extLst>
          </p:cNvPr>
          <p:cNvGrpSpPr/>
          <p:nvPr/>
        </p:nvGrpSpPr>
        <p:grpSpPr>
          <a:xfrm>
            <a:off x="-1551960" y="-58320"/>
            <a:ext cx="4029120" cy="5263200"/>
            <a:chOff x="-1551960" y="-58320"/>
            <a:chExt cx="4029120" cy="5263200"/>
          </a:xfrm>
        </p:grpSpPr>
        <p:sp>
          <p:nvSpPr>
            <p:cNvPr id="5" name="Google Shape;261;p33">
              <a:extLst>
                <a:ext uri="{FF2B5EF4-FFF2-40B4-BE49-F238E27FC236}">
                  <a16:creationId xmlns:a16="http://schemas.microsoft.com/office/drawing/2014/main" id="{07DE20A9-1D60-0B07-6B6F-6FEC4AD28F89}"/>
                </a:ext>
              </a:extLst>
            </p:cNvPr>
            <p:cNvSpPr/>
            <p:nvPr/>
          </p:nvSpPr>
          <p:spPr>
            <a:xfrm>
              <a:off x="-1551960" y="-58320"/>
              <a:ext cx="4029120" cy="5263200"/>
            </a:xfrm>
            <a:custGeom>
              <a:avLst/>
              <a:gdLst>
                <a:gd name="textAreaLeft" fmla="*/ 0 w 4029120"/>
                <a:gd name="textAreaRight" fmla="*/ 4029480 w 4029120"/>
                <a:gd name="textAreaTop" fmla="*/ 0 h 5263200"/>
                <a:gd name="textAreaBottom" fmla="*/ 5263560 h 5263200"/>
              </a:gdLst>
              <a:ahLst/>
              <a:cxnLst/>
              <a:rect l="textAreaLeft" t="textAreaTop" r="textAreaRight" b="textAreaBottom"/>
              <a:pathLst>
                <a:path w="5250243" h="6858000">
                  <a:moveTo>
                    <a:pt x="3848989" y="6719189"/>
                  </a:moveTo>
                  <a:lnTo>
                    <a:pt x="5250244" y="6858000"/>
                  </a:lnTo>
                  <a:lnTo>
                    <a:pt x="0" y="6858000"/>
                  </a:lnTo>
                  <a:lnTo>
                    <a:pt x="1401255" y="6719189"/>
                  </a:lnTo>
                  <a:cubicBezTo>
                    <a:pt x="1975358" y="6662356"/>
                    <a:pt x="2429510" y="6208205"/>
                    <a:pt x="2486343" y="5634101"/>
                  </a:cubicBezTo>
                  <a:lnTo>
                    <a:pt x="2609279" y="4392676"/>
                  </a:lnTo>
                  <a:lnTo>
                    <a:pt x="2565718" y="3952558"/>
                  </a:lnTo>
                  <a:cubicBezTo>
                    <a:pt x="2541397" y="3707003"/>
                    <a:pt x="2347087" y="3512693"/>
                    <a:pt x="2101533" y="3488372"/>
                  </a:cubicBezTo>
                  <a:lnTo>
                    <a:pt x="1501585" y="3429000"/>
                  </a:lnTo>
                  <a:lnTo>
                    <a:pt x="2101533" y="3369564"/>
                  </a:lnTo>
                  <a:cubicBezTo>
                    <a:pt x="2347087" y="3345244"/>
                    <a:pt x="2541397" y="3150997"/>
                    <a:pt x="2565718" y="2905379"/>
                  </a:cubicBezTo>
                  <a:lnTo>
                    <a:pt x="2608580" y="2472246"/>
                  </a:lnTo>
                  <a:lnTo>
                    <a:pt x="2486343" y="1237869"/>
                  </a:lnTo>
                  <a:cubicBezTo>
                    <a:pt x="2429510" y="663766"/>
                    <a:pt x="1975358" y="209613"/>
                    <a:pt x="1401255" y="152718"/>
                  </a:cubicBezTo>
                  <a:lnTo>
                    <a:pt x="0" y="13970"/>
                  </a:lnTo>
                  <a:lnTo>
                    <a:pt x="141224" y="0"/>
                  </a:lnTo>
                  <a:lnTo>
                    <a:pt x="5109020" y="0"/>
                  </a:lnTo>
                  <a:lnTo>
                    <a:pt x="5250244" y="13970"/>
                  </a:lnTo>
                  <a:lnTo>
                    <a:pt x="3848989" y="152718"/>
                  </a:lnTo>
                  <a:cubicBezTo>
                    <a:pt x="3274886" y="209613"/>
                    <a:pt x="2820734" y="663766"/>
                    <a:pt x="2763901" y="1237869"/>
                  </a:cubicBezTo>
                  <a:lnTo>
                    <a:pt x="2641664" y="2472246"/>
                  </a:lnTo>
                  <a:lnTo>
                    <a:pt x="2684526" y="2905379"/>
                  </a:lnTo>
                  <a:cubicBezTo>
                    <a:pt x="2708847" y="3150997"/>
                    <a:pt x="2903157" y="3345244"/>
                    <a:pt x="3148711" y="3369564"/>
                  </a:cubicBezTo>
                  <a:lnTo>
                    <a:pt x="3748659" y="3429000"/>
                  </a:lnTo>
                  <a:lnTo>
                    <a:pt x="3148711" y="3488372"/>
                  </a:lnTo>
                  <a:cubicBezTo>
                    <a:pt x="2903157" y="3512693"/>
                    <a:pt x="2708847" y="3707003"/>
                    <a:pt x="2684526" y="3952558"/>
                  </a:cubicBezTo>
                  <a:lnTo>
                    <a:pt x="2640965" y="4392676"/>
                  </a:lnTo>
                  <a:lnTo>
                    <a:pt x="2763901" y="5634101"/>
                  </a:lnTo>
                  <a:cubicBezTo>
                    <a:pt x="2820734" y="6208205"/>
                    <a:pt x="3274886" y="6662356"/>
                    <a:pt x="3848989" y="6719189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9EDD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" name="Google Shape;262;p33">
              <a:extLst>
                <a:ext uri="{FF2B5EF4-FFF2-40B4-BE49-F238E27FC236}">
                  <a16:creationId xmlns:a16="http://schemas.microsoft.com/office/drawing/2014/main" id="{252D8C4C-34FD-369D-EBC7-F5A959D79A17}"/>
                </a:ext>
              </a:extLst>
            </p:cNvPr>
            <p:cNvSpPr/>
            <p:nvPr/>
          </p:nvSpPr>
          <p:spPr>
            <a:xfrm>
              <a:off x="376200" y="2485080"/>
              <a:ext cx="172800" cy="172800"/>
            </a:xfrm>
            <a:prstGeom prst="star4">
              <a:avLst>
                <a:gd name="adj" fmla="val 25578"/>
              </a:avLst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1320" bIns="3132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482412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" name="Google Shape;260;p33"/>
          <p:cNvGrpSpPr/>
          <p:nvPr/>
        </p:nvGrpSpPr>
        <p:grpSpPr>
          <a:xfrm>
            <a:off x="-1551960" y="-58320"/>
            <a:ext cx="4029120" cy="5263200"/>
            <a:chOff x="-1551960" y="-58320"/>
            <a:chExt cx="4029120" cy="5263200"/>
          </a:xfrm>
        </p:grpSpPr>
        <p:sp>
          <p:nvSpPr>
            <p:cNvPr id="146" name="Google Shape;261;p33"/>
            <p:cNvSpPr/>
            <p:nvPr/>
          </p:nvSpPr>
          <p:spPr>
            <a:xfrm>
              <a:off x="-1551960" y="-58320"/>
              <a:ext cx="4029120" cy="5263200"/>
            </a:xfrm>
            <a:custGeom>
              <a:avLst/>
              <a:gdLst>
                <a:gd name="textAreaLeft" fmla="*/ 0 w 4029120"/>
                <a:gd name="textAreaRight" fmla="*/ 4029480 w 4029120"/>
                <a:gd name="textAreaTop" fmla="*/ 0 h 5263200"/>
                <a:gd name="textAreaBottom" fmla="*/ 5263560 h 5263200"/>
              </a:gdLst>
              <a:ahLst/>
              <a:cxnLst/>
              <a:rect l="textAreaLeft" t="textAreaTop" r="textAreaRight" b="textAreaBottom"/>
              <a:pathLst>
                <a:path w="5250243" h="6858000">
                  <a:moveTo>
                    <a:pt x="3848989" y="6719189"/>
                  </a:moveTo>
                  <a:lnTo>
                    <a:pt x="5250244" y="6858000"/>
                  </a:lnTo>
                  <a:lnTo>
                    <a:pt x="0" y="6858000"/>
                  </a:lnTo>
                  <a:lnTo>
                    <a:pt x="1401255" y="6719189"/>
                  </a:lnTo>
                  <a:cubicBezTo>
                    <a:pt x="1975358" y="6662356"/>
                    <a:pt x="2429510" y="6208205"/>
                    <a:pt x="2486343" y="5634101"/>
                  </a:cubicBezTo>
                  <a:lnTo>
                    <a:pt x="2609279" y="4392676"/>
                  </a:lnTo>
                  <a:lnTo>
                    <a:pt x="2565718" y="3952558"/>
                  </a:lnTo>
                  <a:cubicBezTo>
                    <a:pt x="2541397" y="3707003"/>
                    <a:pt x="2347087" y="3512693"/>
                    <a:pt x="2101533" y="3488372"/>
                  </a:cubicBezTo>
                  <a:lnTo>
                    <a:pt x="1501585" y="3429000"/>
                  </a:lnTo>
                  <a:lnTo>
                    <a:pt x="2101533" y="3369564"/>
                  </a:lnTo>
                  <a:cubicBezTo>
                    <a:pt x="2347087" y="3345244"/>
                    <a:pt x="2541397" y="3150997"/>
                    <a:pt x="2565718" y="2905379"/>
                  </a:cubicBezTo>
                  <a:lnTo>
                    <a:pt x="2608580" y="2472246"/>
                  </a:lnTo>
                  <a:lnTo>
                    <a:pt x="2486343" y="1237869"/>
                  </a:lnTo>
                  <a:cubicBezTo>
                    <a:pt x="2429510" y="663766"/>
                    <a:pt x="1975358" y="209613"/>
                    <a:pt x="1401255" y="152718"/>
                  </a:cubicBezTo>
                  <a:lnTo>
                    <a:pt x="0" y="13970"/>
                  </a:lnTo>
                  <a:lnTo>
                    <a:pt x="141224" y="0"/>
                  </a:lnTo>
                  <a:lnTo>
                    <a:pt x="5109020" y="0"/>
                  </a:lnTo>
                  <a:lnTo>
                    <a:pt x="5250244" y="13970"/>
                  </a:lnTo>
                  <a:lnTo>
                    <a:pt x="3848989" y="152718"/>
                  </a:lnTo>
                  <a:cubicBezTo>
                    <a:pt x="3274886" y="209613"/>
                    <a:pt x="2820734" y="663766"/>
                    <a:pt x="2763901" y="1237869"/>
                  </a:cubicBezTo>
                  <a:lnTo>
                    <a:pt x="2641664" y="2472246"/>
                  </a:lnTo>
                  <a:lnTo>
                    <a:pt x="2684526" y="2905379"/>
                  </a:lnTo>
                  <a:cubicBezTo>
                    <a:pt x="2708847" y="3150997"/>
                    <a:pt x="2903157" y="3345244"/>
                    <a:pt x="3148711" y="3369564"/>
                  </a:cubicBezTo>
                  <a:lnTo>
                    <a:pt x="3748659" y="3429000"/>
                  </a:lnTo>
                  <a:lnTo>
                    <a:pt x="3148711" y="3488372"/>
                  </a:lnTo>
                  <a:cubicBezTo>
                    <a:pt x="2903157" y="3512693"/>
                    <a:pt x="2708847" y="3707003"/>
                    <a:pt x="2684526" y="3952558"/>
                  </a:cubicBezTo>
                  <a:lnTo>
                    <a:pt x="2640965" y="4392676"/>
                  </a:lnTo>
                  <a:lnTo>
                    <a:pt x="2763901" y="5634101"/>
                  </a:lnTo>
                  <a:cubicBezTo>
                    <a:pt x="2820734" y="6208205"/>
                    <a:pt x="3274886" y="6662356"/>
                    <a:pt x="3848989" y="6719189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9EDD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7" name="Google Shape;262;p33"/>
            <p:cNvSpPr/>
            <p:nvPr/>
          </p:nvSpPr>
          <p:spPr>
            <a:xfrm>
              <a:off x="376200" y="2485080"/>
              <a:ext cx="172800" cy="172800"/>
            </a:xfrm>
            <a:prstGeom prst="star4">
              <a:avLst>
                <a:gd name="adj" fmla="val 25578"/>
              </a:avLst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1320" bIns="3132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855F683C-3AB3-A111-E553-06E34AB8BA1C}"/>
              </a:ext>
            </a:extLst>
          </p:cNvPr>
          <p:cNvSpPr txBox="1"/>
          <p:nvPr/>
        </p:nvSpPr>
        <p:spPr>
          <a:xfrm>
            <a:off x="1421130" y="109267"/>
            <a:ext cx="6301740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Route from Porbandar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r>
              <a:rPr lang="en-US" dirty="0"/>
              <a:t>By Road:</a:t>
            </a:r>
          </a:p>
          <a:p>
            <a:pPr marL="285750" indent="-285750">
              <a:buFontTx/>
              <a:buChar char="-"/>
            </a:pPr>
            <a:r>
              <a:rPr lang="en-US" dirty="0"/>
              <a:t>1700 – 1800km</a:t>
            </a:r>
          </a:p>
          <a:p>
            <a:pPr marL="285750" indent="-285750">
              <a:buFontTx/>
              <a:buChar char="-"/>
            </a:pPr>
            <a:r>
              <a:rPr lang="en-IN" dirty="0"/>
              <a:t>Route: Porbandar → Rajkot → Ahmedabad → Vadodara → Nashik → Pune → Kolhapur → Hubballi → Hassan → Belur / </a:t>
            </a:r>
            <a:r>
              <a:rPr lang="en-IN" dirty="0" err="1"/>
              <a:t>Halebidu</a:t>
            </a:r>
            <a:endParaRPr lang="en-IN" dirty="0"/>
          </a:p>
          <a:p>
            <a:pPr marL="285750" indent="-285750">
              <a:buFontTx/>
              <a:buChar char="-"/>
            </a:pPr>
            <a:r>
              <a:rPr lang="en-IN" dirty="0"/>
              <a:t>25-28 hours</a:t>
            </a:r>
          </a:p>
          <a:p>
            <a:pPr marL="285750" indent="-285750">
              <a:buFontTx/>
              <a:buChar char="-"/>
            </a:pPr>
            <a:endParaRPr lang="en-IN" dirty="0"/>
          </a:p>
          <a:p>
            <a:r>
              <a:rPr lang="en-IN" dirty="0"/>
              <a:t>By Air:</a:t>
            </a:r>
          </a:p>
          <a:p>
            <a:pPr marL="285750" indent="-285750">
              <a:buFontTx/>
              <a:buChar char="-"/>
            </a:pPr>
            <a:r>
              <a:rPr lang="en-IN" dirty="0"/>
              <a:t>Route: Porbandar →Bus/Train →Ahmedabad → Bengaluru → Bus/Taxi → Belur/</a:t>
            </a:r>
            <a:r>
              <a:rPr lang="en-IN" dirty="0" err="1"/>
              <a:t>Halebidu</a:t>
            </a:r>
            <a:endParaRPr lang="en-IN" dirty="0"/>
          </a:p>
          <a:p>
            <a:pPr marL="285750" indent="-285750">
              <a:buFontTx/>
              <a:buChar char="-"/>
            </a:pPr>
            <a:r>
              <a:rPr lang="en-IN" dirty="0"/>
              <a:t>1-2hour(Flight), 4-5(Road)</a:t>
            </a:r>
          </a:p>
          <a:p>
            <a:pPr marL="285750" indent="-285750">
              <a:buFontTx/>
              <a:buChar char="-"/>
            </a:pPr>
            <a:endParaRPr lang="en-I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218;p31"/>
          <p:cNvPicPr/>
          <p:nvPr/>
        </p:nvPicPr>
        <p:blipFill>
          <a:blip r:embed="rId2"/>
          <a:srcRect l="1285" r="1285"/>
          <a:stretch/>
        </p:blipFill>
        <p:spPr>
          <a:xfrm>
            <a:off x="5715720" y="0"/>
            <a:ext cx="342792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125486" y="671912"/>
            <a:ext cx="4446514" cy="1516054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6300" b="0" u="none" strike="noStrike" dirty="0">
                <a:solidFill>
                  <a:schemeClr val="dk1"/>
                </a:solidFill>
                <a:effectLst/>
                <a:uFillTx/>
                <a:latin typeface="Aboreto"/>
                <a:ea typeface="Aboreto"/>
              </a:rPr>
              <a:t>Conclusion</a:t>
            </a:r>
            <a:endParaRPr lang="fr-FR" sz="63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/>
          </p:nvPr>
        </p:nvSpPr>
        <p:spPr>
          <a:xfrm>
            <a:off x="230400" y="2187966"/>
            <a:ext cx="4608000" cy="2316714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500" b="0" u="none" strike="noStrike" dirty="0">
                <a:solidFill>
                  <a:schemeClr val="dk1"/>
                </a:solidFill>
                <a:effectLst/>
                <a:uFillTx/>
                <a:latin typeface="Alegreya Sans"/>
                <a:ea typeface="Alegreya Sans"/>
              </a:rPr>
              <a:t>The Sacred Ensembles of the </a:t>
            </a:r>
            <a:r>
              <a:rPr lang="en-US" sz="1500" b="0" u="none" strike="noStrike" dirty="0" err="1">
                <a:solidFill>
                  <a:schemeClr val="dk1"/>
                </a:solidFill>
                <a:effectLst/>
                <a:uFillTx/>
                <a:latin typeface="Alegreya Sans"/>
                <a:ea typeface="Alegreya Sans"/>
              </a:rPr>
              <a:t>Hoysalas</a:t>
            </a:r>
            <a:r>
              <a:rPr lang="en-US" sz="1500" b="0" u="none" strike="noStrike" dirty="0">
                <a:solidFill>
                  <a:schemeClr val="dk1"/>
                </a:solidFill>
                <a:effectLst/>
                <a:uFillTx/>
                <a:latin typeface="Alegreya Sans"/>
                <a:ea typeface="Alegreya Sans"/>
              </a:rPr>
              <a:t> stand as timeless testaments to </a:t>
            </a:r>
            <a:r>
              <a:rPr lang="en-US" sz="1500" b="1" u="none" strike="noStrike" dirty="0">
                <a:solidFill>
                  <a:schemeClr val="dk1"/>
                </a:solidFill>
                <a:effectLst/>
                <a:uFillTx/>
                <a:latin typeface="Alegreya Sans"/>
                <a:ea typeface="Alegreya Sans"/>
              </a:rPr>
              <a:t>medieval Indian architectural innovation and religious artistry</a:t>
            </a:r>
            <a:r>
              <a:rPr lang="en-US" sz="1500" b="0" u="none" strike="noStrike" dirty="0">
                <a:solidFill>
                  <a:schemeClr val="dk1"/>
                </a:solidFill>
                <a:effectLst/>
                <a:uFillTx/>
                <a:latin typeface="Alegreya Sans"/>
                <a:ea typeface="Alegreya Sans"/>
              </a:rPr>
              <a:t>. Their intricate designs, spiritual significance, and historical legacy continue to inspire and attract scholars and visitors worldwide, underscoring Karnataka’s rich cultural heritage and the enduring value of these UNESCO-recognized monuments.</a:t>
            </a:r>
            <a:endParaRPr lang="fr-FR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65" name="Google Shape;221;p31"/>
          <p:cNvGrpSpPr/>
          <p:nvPr/>
        </p:nvGrpSpPr>
        <p:grpSpPr>
          <a:xfrm>
            <a:off x="5577840" y="0"/>
            <a:ext cx="3565800" cy="5143320"/>
            <a:chOff x="5577840" y="0"/>
            <a:chExt cx="3565800" cy="5143320"/>
          </a:xfrm>
        </p:grpSpPr>
        <p:sp>
          <p:nvSpPr>
            <p:cNvPr id="166" name="Google Shape;222;p31"/>
            <p:cNvSpPr/>
            <p:nvPr/>
          </p:nvSpPr>
          <p:spPr>
            <a:xfrm>
              <a:off x="5577840" y="0"/>
              <a:ext cx="3565800" cy="5143320"/>
            </a:xfrm>
            <a:custGeom>
              <a:avLst/>
              <a:gdLst>
                <a:gd name="textAreaLeft" fmla="*/ 0 w 3565800"/>
                <a:gd name="textAreaRight" fmla="*/ 3566160 w 3565800"/>
                <a:gd name="textAreaTop" fmla="*/ 0 h 5143320"/>
                <a:gd name="textAreaBottom" fmla="*/ 5143680 h 5143320"/>
              </a:gdLst>
              <a:ahLst/>
              <a:cxnLst/>
              <a:rect l="textAreaLeft" t="textAreaTop" r="textAreaRight" b="textAreaBottom"/>
              <a:pathLst>
                <a:path w="4750227" h="6851655">
                  <a:moveTo>
                    <a:pt x="0" y="0"/>
                  </a:moveTo>
                  <a:lnTo>
                    <a:pt x="0" y="6851656"/>
                  </a:lnTo>
                  <a:lnTo>
                    <a:pt x="4750228" y="6851656"/>
                  </a:lnTo>
                  <a:lnTo>
                    <a:pt x="4750228" y="0"/>
                  </a:lnTo>
                  <a:lnTo>
                    <a:pt x="0" y="0"/>
                  </a:lnTo>
                  <a:close/>
                  <a:moveTo>
                    <a:pt x="4455733" y="5254205"/>
                  </a:moveTo>
                  <a:cubicBezTo>
                    <a:pt x="4455733" y="5259217"/>
                    <a:pt x="4454020" y="5263404"/>
                    <a:pt x="4451800" y="5264546"/>
                  </a:cubicBezTo>
                  <a:cubicBezTo>
                    <a:pt x="4375670" y="5302040"/>
                    <a:pt x="4349152" y="5373158"/>
                    <a:pt x="4386963" y="5455568"/>
                  </a:cubicBezTo>
                  <a:cubicBezTo>
                    <a:pt x="4391785" y="5466036"/>
                    <a:pt x="4405932" y="5464323"/>
                    <a:pt x="4405868" y="5478597"/>
                  </a:cubicBezTo>
                  <a:cubicBezTo>
                    <a:pt x="4405868" y="5484116"/>
                    <a:pt x="4403584" y="5488367"/>
                    <a:pt x="4401047" y="5488557"/>
                  </a:cubicBezTo>
                  <a:cubicBezTo>
                    <a:pt x="4201841" y="5500801"/>
                    <a:pt x="3970534" y="5573886"/>
                    <a:pt x="3878418" y="5772330"/>
                  </a:cubicBezTo>
                  <a:cubicBezTo>
                    <a:pt x="3875055" y="5779626"/>
                    <a:pt x="3858180" y="5822449"/>
                    <a:pt x="3857101" y="5827143"/>
                  </a:cubicBezTo>
                  <a:cubicBezTo>
                    <a:pt x="3828426" y="5951869"/>
                    <a:pt x="3879369" y="6036880"/>
                    <a:pt x="3731361" y="6092518"/>
                  </a:cubicBezTo>
                  <a:cubicBezTo>
                    <a:pt x="3702178" y="6103493"/>
                    <a:pt x="3592615" y="6120242"/>
                    <a:pt x="3585953" y="6124810"/>
                  </a:cubicBezTo>
                  <a:cubicBezTo>
                    <a:pt x="3583226" y="6126649"/>
                    <a:pt x="3577579" y="6148600"/>
                    <a:pt x="3569586" y="6158307"/>
                  </a:cubicBezTo>
                  <a:cubicBezTo>
                    <a:pt x="3482861" y="6263746"/>
                    <a:pt x="3257708" y="6231962"/>
                    <a:pt x="3137424" y="6231454"/>
                  </a:cubicBezTo>
                  <a:cubicBezTo>
                    <a:pt x="2942532" y="6230630"/>
                    <a:pt x="2540125" y="6211914"/>
                    <a:pt x="2396176" y="6359669"/>
                  </a:cubicBezTo>
                  <a:cubicBezTo>
                    <a:pt x="2386977" y="6369122"/>
                    <a:pt x="2394971" y="6381430"/>
                    <a:pt x="2377651" y="6378892"/>
                  </a:cubicBezTo>
                  <a:cubicBezTo>
                    <a:pt x="2374670" y="6378448"/>
                    <a:pt x="2347263" y="6338734"/>
                    <a:pt x="2338191" y="6332580"/>
                  </a:cubicBezTo>
                  <a:cubicBezTo>
                    <a:pt x="2235099" y="6262287"/>
                    <a:pt x="2035069" y="6237481"/>
                    <a:pt x="1911612" y="6231391"/>
                  </a:cubicBezTo>
                  <a:cubicBezTo>
                    <a:pt x="1753580" y="6223588"/>
                    <a:pt x="1301117" y="6279733"/>
                    <a:pt x="1196819" y="6169853"/>
                  </a:cubicBezTo>
                  <a:cubicBezTo>
                    <a:pt x="1184765" y="6157165"/>
                    <a:pt x="1179183" y="6132930"/>
                    <a:pt x="1170428" y="6127347"/>
                  </a:cubicBezTo>
                  <a:cubicBezTo>
                    <a:pt x="1153108" y="6116245"/>
                    <a:pt x="1057375" y="6105524"/>
                    <a:pt x="1023625" y="6092708"/>
                  </a:cubicBezTo>
                  <a:cubicBezTo>
                    <a:pt x="889193" y="6041575"/>
                    <a:pt x="928907" y="5948443"/>
                    <a:pt x="905561" y="5834946"/>
                  </a:cubicBezTo>
                  <a:cubicBezTo>
                    <a:pt x="895664" y="5786985"/>
                    <a:pt x="867749" y="5740419"/>
                    <a:pt x="839708" y="5701466"/>
                  </a:cubicBezTo>
                  <a:cubicBezTo>
                    <a:pt x="827084" y="5683956"/>
                    <a:pt x="777917" y="5633330"/>
                    <a:pt x="760724" y="5620134"/>
                  </a:cubicBezTo>
                  <a:cubicBezTo>
                    <a:pt x="645959" y="5532395"/>
                    <a:pt x="507149" y="5499215"/>
                    <a:pt x="366564" y="5489509"/>
                  </a:cubicBezTo>
                  <a:cubicBezTo>
                    <a:pt x="361742" y="5489192"/>
                    <a:pt x="359902" y="5475742"/>
                    <a:pt x="363836" y="5469715"/>
                  </a:cubicBezTo>
                  <a:cubicBezTo>
                    <a:pt x="384454" y="5438248"/>
                    <a:pt x="400885" y="5402848"/>
                    <a:pt x="394414" y="5362817"/>
                  </a:cubicBezTo>
                  <a:cubicBezTo>
                    <a:pt x="385913" y="5309780"/>
                    <a:pt x="318919" y="5272730"/>
                    <a:pt x="304010" y="5257314"/>
                  </a:cubicBezTo>
                  <a:cubicBezTo>
                    <a:pt x="302234" y="5255474"/>
                    <a:pt x="301156" y="5251350"/>
                    <a:pt x="301283" y="5247036"/>
                  </a:cubicBezTo>
                  <a:cubicBezTo>
                    <a:pt x="307309" y="4998727"/>
                    <a:pt x="306865" y="4749847"/>
                    <a:pt x="306041" y="4501158"/>
                  </a:cubicBezTo>
                  <a:cubicBezTo>
                    <a:pt x="302424" y="3409651"/>
                    <a:pt x="318221" y="2311038"/>
                    <a:pt x="306104" y="1210840"/>
                  </a:cubicBezTo>
                  <a:cubicBezTo>
                    <a:pt x="305977" y="1200753"/>
                    <a:pt x="305279" y="1191237"/>
                    <a:pt x="302995" y="1181784"/>
                  </a:cubicBezTo>
                  <a:cubicBezTo>
                    <a:pt x="301473" y="1175440"/>
                    <a:pt x="303059" y="1167510"/>
                    <a:pt x="306294" y="1166050"/>
                  </a:cubicBezTo>
                  <a:cubicBezTo>
                    <a:pt x="332242" y="1154377"/>
                    <a:pt x="429941" y="1162942"/>
                    <a:pt x="452590" y="1161229"/>
                  </a:cubicBezTo>
                  <a:cubicBezTo>
                    <a:pt x="596221" y="1150698"/>
                    <a:pt x="806148" y="1101277"/>
                    <a:pt x="853031" y="942103"/>
                  </a:cubicBezTo>
                  <a:cubicBezTo>
                    <a:pt x="854046" y="938613"/>
                    <a:pt x="855822" y="936520"/>
                    <a:pt x="857726" y="936900"/>
                  </a:cubicBezTo>
                  <a:cubicBezTo>
                    <a:pt x="894014" y="943625"/>
                    <a:pt x="925481" y="963736"/>
                    <a:pt x="963609" y="967225"/>
                  </a:cubicBezTo>
                  <a:cubicBezTo>
                    <a:pt x="1077042" y="977693"/>
                    <a:pt x="1184385" y="905243"/>
                    <a:pt x="1248905" y="814142"/>
                  </a:cubicBezTo>
                  <a:cubicBezTo>
                    <a:pt x="1249920" y="812683"/>
                    <a:pt x="1251125" y="812112"/>
                    <a:pt x="1252330" y="812492"/>
                  </a:cubicBezTo>
                  <a:cubicBezTo>
                    <a:pt x="1363987" y="849986"/>
                    <a:pt x="1544097" y="900802"/>
                    <a:pt x="1595230" y="750447"/>
                  </a:cubicBezTo>
                  <a:cubicBezTo>
                    <a:pt x="1605952" y="718980"/>
                    <a:pt x="1600623" y="692969"/>
                    <a:pt x="1621559" y="661375"/>
                  </a:cubicBezTo>
                  <a:cubicBezTo>
                    <a:pt x="1722557" y="508862"/>
                    <a:pt x="2149326" y="593112"/>
                    <a:pt x="2316240" y="517237"/>
                  </a:cubicBezTo>
                  <a:cubicBezTo>
                    <a:pt x="2343520" y="504802"/>
                    <a:pt x="2358809" y="487990"/>
                    <a:pt x="2382536" y="473081"/>
                  </a:cubicBezTo>
                  <a:cubicBezTo>
                    <a:pt x="2383996" y="472130"/>
                    <a:pt x="2385582" y="472764"/>
                    <a:pt x="2386850" y="474668"/>
                  </a:cubicBezTo>
                  <a:cubicBezTo>
                    <a:pt x="2413813" y="514445"/>
                    <a:pt x="2470529" y="530813"/>
                    <a:pt x="2514875" y="539378"/>
                  </a:cubicBezTo>
                  <a:cubicBezTo>
                    <a:pt x="2671131" y="569512"/>
                    <a:pt x="2974634" y="534873"/>
                    <a:pt x="3098154" y="620202"/>
                  </a:cubicBezTo>
                  <a:cubicBezTo>
                    <a:pt x="3176313" y="674254"/>
                    <a:pt x="3144783" y="756156"/>
                    <a:pt x="3204354" y="812809"/>
                  </a:cubicBezTo>
                  <a:cubicBezTo>
                    <a:pt x="3278835" y="883673"/>
                    <a:pt x="3416058" y="844213"/>
                    <a:pt x="3502274" y="814015"/>
                  </a:cubicBezTo>
                  <a:cubicBezTo>
                    <a:pt x="3503353" y="813634"/>
                    <a:pt x="3504432" y="814015"/>
                    <a:pt x="3505383" y="815093"/>
                  </a:cubicBezTo>
                  <a:cubicBezTo>
                    <a:pt x="3606572" y="930430"/>
                    <a:pt x="3742907" y="1019247"/>
                    <a:pt x="3893390" y="938423"/>
                  </a:cubicBezTo>
                  <a:cubicBezTo>
                    <a:pt x="3894722" y="937725"/>
                    <a:pt x="3896181" y="938233"/>
                    <a:pt x="3897387" y="939882"/>
                  </a:cubicBezTo>
                  <a:cubicBezTo>
                    <a:pt x="3926506" y="981754"/>
                    <a:pt x="3936847" y="1015948"/>
                    <a:pt x="3979416" y="1052237"/>
                  </a:cubicBezTo>
                  <a:cubicBezTo>
                    <a:pt x="4035371" y="1099945"/>
                    <a:pt x="4194228" y="1160785"/>
                    <a:pt x="4265029" y="1160785"/>
                  </a:cubicBezTo>
                  <a:lnTo>
                    <a:pt x="4451800" y="1160785"/>
                  </a:lnTo>
                  <a:cubicBezTo>
                    <a:pt x="4454591" y="1160785"/>
                    <a:pt x="4456812" y="1165606"/>
                    <a:pt x="4456812" y="1171633"/>
                  </a:cubicBezTo>
                  <a:lnTo>
                    <a:pt x="4463537" y="4571895"/>
                  </a:lnTo>
                  <a:lnTo>
                    <a:pt x="4455670" y="5254269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  <a:effectLst>
              <a:outerShdw blurRad="57240" dist="19080" algn="bl" rotWithShape="0">
                <a:srgbClr val="000000">
                  <a:alpha val="5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7" name="Google Shape;223;p31"/>
            <p:cNvSpPr/>
            <p:nvPr/>
          </p:nvSpPr>
          <p:spPr>
            <a:xfrm>
              <a:off x="5577840" y="0"/>
              <a:ext cx="3565800" cy="5143320"/>
            </a:xfrm>
            <a:custGeom>
              <a:avLst/>
              <a:gdLst>
                <a:gd name="textAreaLeft" fmla="*/ 0 w 3565800"/>
                <a:gd name="textAreaRight" fmla="*/ 3566160 w 3565800"/>
                <a:gd name="textAreaTop" fmla="*/ 0 h 5143320"/>
                <a:gd name="textAreaBottom" fmla="*/ 5143680 h 5143320"/>
              </a:gdLst>
              <a:ahLst/>
              <a:cxnLst/>
              <a:rect l="textAreaLeft" t="textAreaTop" r="textAreaRight" b="textAreaBottom"/>
              <a:pathLst>
                <a:path w="4750227" h="6851655">
                  <a:moveTo>
                    <a:pt x="0" y="0"/>
                  </a:moveTo>
                  <a:lnTo>
                    <a:pt x="0" y="6851656"/>
                  </a:lnTo>
                  <a:lnTo>
                    <a:pt x="4750228" y="6851656"/>
                  </a:lnTo>
                  <a:lnTo>
                    <a:pt x="4750228" y="0"/>
                  </a:lnTo>
                  <a:lnTo>
                    <a:pt x="0" y="0"/>
                  </a:lnTo>
                  <a:close/>
                  <a:moveTo>
                    <a:pt x="4455733" y="5254205"/>
                  </a:moveTo>
                  <a:cubicBezTo>
                    <a:pt x="4455733" y="5259217"/>
                    <a:pt x="4454020" y="5263404"/>
                    <a:pt x="4451800" y="5264546"/>
                  </a:cubicBezTo>
                  <a:cubicBezTo>
                    <a:pt x="4375670" y="5302040"/>
                    <a:pt x="4349152" y="5373158"/>
                    <a:pt x="4386963" y="5455568"/>
                  </a:cubicBezTo>
                  <a:cubicBezTo>
                    <a:pt x="4391785" y="5466036"/>
                    <a:pt x="4405932" y="5464323"/>
                    <a:pt x="4405868" y="5478597"/>
                  </a:cubicBezTo>
                  <a:cubicBezTo>
                    <a:pt x="4405868" y="5484116"/>
                    <a:pt x="4403584" y="5488367"/>
                    <a:pt x="4401047" y="5488557"/>
                  </a:cubicBezTo>
                  <a:cubicBezTo>
                    <a:pt x="4201841" y="5500801"/>
                    <a:pt x="3970534" y="5573886"/>
                    <a:pt x="3878418" y="5772330"/>
                  </a:cubicBezTo>
                  <a:cubicBezTo>
                    <a:pt x="3875055" y="5779626"/>
                    <a:pt x="3858180" y="5822449"/>
                    <a:pt x="3857101" y="5827143"/>
                  </a:cubicBezTo>
                  <a:cubicBezTo>
                    <a:pt x="3828426" y="5951869"/>
                    <a:pt x="3879369" y="6036880"/>
                    <a:pt x="3731361" y="6092518"/>
                  </a:cubicBezTo>
                  <a:cubicBezTo>
                    <a:pt x="3702178" y="6103493"/>
                    <a:pt x="3592615" y="6120242"/>
                    <a:pt x="3585953" y="6124810"/>
                  </a:cubicBezTo>
                  <a:cubicBezTo>
                    <a:pt x="3583226" y="6126649"/>
                    <a:pt x="3577579" y="6148600"/>
                    <a:pt x="3569586" y="6158307"/>
                  </a:cubicBezTo>
                  <a:cubicBezTo>
                    <a:pt x="3482861" y="6263746"/>
                    <a:pt x="3257708" y="6231962"/>
                    <a:pt x="3137424" y="6231454"/>
                  </a:cubicBezTo>
                  <a:cubicBezTo>
                    <a:pt x="2942532" y="6230630"/>
                    <a:pt x="2540125" y="6211914"/>
                    <a:pt x="2396176" y="6359669"/>
                  </a:cubicBezTo>
                  <a:cubicBezTo>
                    <a:pt x="2386977" y="6369122"/>
                    <a:pt x="2394971" y="6381430"/>
                    <a:pt x="2377651" y="6378892"/>
                  </a:cubicBezTo>
                  <a:cubicBezTo>
                    <a:pt x="2374670" y="6378448"/>
                    <a:pt x="2347263" y="6338734"/>
                    <a:pt x="2338191" y="6332580"/>
                  </a:cubicBezTo>
                  <a:cubicBezTo>
                    <a:pt x="2235099" y="6262287"/>
                    <a:pt x="2035069" y="6237481"/>
                    <a:pt x="1911612" y="6231391"/>
                  </a:cubicBezTo>
                  <a:cubicBezTo>
                    <a:pt x="1753580" y="6223588"/>
                    <a:pt x="1301117" y="6279733"/>
                    <a:pt x="1196819" y="6169853"/>
                  </a:cubicBezTo>
                  <a:cubicBezTo>
                    <a:pt x="1184765" y="6157165"/>
                    <a:pt x="1179183" y="6132930"/>
                    <a:pt x="1170428" y="6127347"/>
                  </a:cubicBezTo>
                  <a:cubicBezTo>
                    <a:pt x="1153108" y="6116245"/>
                    <a:pt x="1057375" y="6105524"/>
                    <a:pt x="1023625" y="6092708"/>
                  </a:cubicBezTo>
                  <a:cubicBezTo>
                    <a:pt x="889193" y="6041575"/>
                    <a:pt x="928907" y="5948443"/>
                    <a:pt x="905561" y="5834946"/>
                  </a:cubicBezTo>
                  <a:cubicBezTo>
                    <a:pt x="895664" y="5786985"/>
                    <a:pt x="867749" y="5740419"/>
                    <a:pt x="839708" y="5701466"/>
                  </a:cubicBezTo>
                  <a:cubicBezTo>
                    <a:pt x="827084" y="5683956"/>
                    <a:pt x="777917" y="5633330"/>
                    <a:pt x="760724" y="5620134"/>
                  </a:cubicBezTo>
                  <a:cubicBezTo>
                    <a:pt x="645959" y="5532395"/>
                    <a:pt x="507149" y="5499215"/>
                    <a:pt x="366564" y="5489509"/>
                  </a:cubicBezTo>
                  <a:cubicBezTo>
                    <a:pt x="361742" y="5489192"/>
                    <a:pt x="359902" y="5475742"/>
                    <a:pt x="363836" y="5469715"/>
                  </a:cubicBezTo>
                  <a:cubicBezTo>
                    <a:pt x="384454" y="5438248"/>
                    <a:pt x="400885" y="5402848"/>
                    <a:pt x="394414" y="5362817"/>
                  </a:cubicBezTo>
                  <a:cubicBezTo>
                    <a:pt x="385913" y="5309780"/>
                    <a:pt x="318919" y="5272730"/>
                    <a:pt x="304010" y="5257314"/>
                  </a:cubicBezTo>
                  <a:cubicBezTo>
                    <a:pt x="302234" y="5255474"/>
                    <a:pt x="301156" y="5251350"/>
                    <a:pt x="301283" y="5247036"/>
                  </a:cubicBezTo>
                  <a:cubicBezTo>
                    <a:pt x="307309" y="4998727"/>
                    <a:pt x="306865" y="4749847"/>
                    <a:pt x="306041" y="4501158"/>
                  </a:cubicBezTo>
                  <a:cubicBezTo>
                    <a:pt x="302424" y="3409651"/>
                    <a:pt x="318221" y="2311038"/>
                    <a:pt x="306104" y="1210840"/>
                  </a:cubicBezTo>
                  <a:cubicBezTo>
                    <a:pt x="305977" y="1200753"/>
                    <a:pt x="305279" y="1191237"/>
                    <a:pt x="302995" y="1181784"/>
                  </a:cubicBezTo>
                  <a:cubicBezTo>
                    <a:pt x="301473" y="1175440"/>
                    <a:pt x="303059" y="1167510"/>
                    <a:pt x="306294" y="1166050"/>
                  </a:cubicBezTo>
                  <a:cubicBezTo>
                    <a:pt x="332242" y="1154377"/>
                    <a:pt x="429941" y="1162942"/>
                    <a:pt x="452590" y="1161229"/>
                  </a:cubicBezTo>
                  <a:cubicBezTo>
                    <a:pt x="596221" y="1150698"/>
                    <a:pt x="806148" y="1101277"/>
                    <a:pt x="853031" y="942103"/>
                  </a:cubicBezTo>
                  <a:cubicBezTo>
                    <a:pt x="854046" y="938613"/>
                    <a:pt x="855822" y="936520"/>
                    <a:pt x="857726" y="936900"/>
                  </a:cubicBezTo>
                  <a:cubicBezTo>
                    <a:pt x="894014" y="943625"/>
                    <a:pt x="925481" y="963736"/>
                    <a:pt x="963609" y="967225"/>
                  </a:cubicBezTo>
                  <a:cubicBezTo>
                    <a:pt x="1077042" y="977693"/>
                    <a:pt x="1184385" y="905243"/>
                    <a:pt x="1248905" y="814142"/>
                  </a:cubicBezTo>
                  <a:cubicBezTo>
                    <a:pt x="1249920" y="812683"/>
                    <a:pt x="1251125" y="812112"/>
                    <a:pt x="1252330" y="812492"/>
                  </a:cubicBezTo>
                  <a:cubicBezTo>
                    <a:pt x="1363987" y="849986"/>
                    <a:pt x="1544097" y="900802"/>
                    <a:pt x="1595230" y="750447"/>
                  </a:cubicBezTo>
                  <a:cubicBezTo>
                    <a:pt x="1605952" y="718980"/>
                    <a:pt x="1600623" y="692969"/>
                    <a:pt x="1621559" y="661375"/>
                  </a:cubicBezTo>
                  <a:cubicBezTo>
                    <a:pt x="1722557" y="508862"/>
                    <a:pt x="2149326" y="593112"/>
                    <a:pt x="2316240" y="517237"/>
                  </a:cubicBezTo>
                  <a:cubicBezTo>
                    <a:pt x="2343520" y="504802"/>
                    <a:pt x="2358809" y="487990"/>
                    <a:pt x="2382536" y="473081"/>
                  </a:cubicBezTo>
                  <a:cubicBezTo>
                    <a:pt x="2383996" y="472130"/>
                    <a:pt x="2385582" y="472764"/>
                    <a:pt x="2386850" y="474668"/>
                  </a:cubicBezTo>
                  <a:cubicBezTo>
                    <a:pt x="2413813" y="514445"/>
                    <a:pt x="2470529" y="530813"/>
                    <a:pt x="2514875" y="539378"/>
                  </a:cubicBezTo>
                  <a:cubicBezTo>
                    <a:pt x="2671131" y="569512"/>
                    <a:pt x="2974634" y="534873"/>
                    <a:pt x="3098154" y="620202"/>
                  </a:cubicBezTo>
                  <a:cubicBezTo>
                    <a:pt x="3176313" y="674254"/>
                    <a:pt x="3144783" y="756156"/>
                    <a:pt x="3204354" y="812809"/>
                  </a:cubicBezTo>
                  <a:cubicBezTo>
                    <a:pt x="3278835" y="883673"/>
                    <a:pt x="3416058" y="844213"/>
                    <a:pt x="3502274" y="814015"/>
                  </a:cubicBezTo>
                  <a:cubicBezTo>
                    <a:pt x="3503353" y="813634"/>
                    <a:pt x="3504432" y="814015"/>
                    <a:pt x="3505383" y="815093"/>
                  </a:cubicBezTo>
                  <a:cubicBezTo>
                    <a:pt x="3606572" y="930430"/>
                    <a:pt x="3742907" y="1019247"/>
                    <a:pt x="3893390" y="938423"/>
                  </a:cubicBezTo>
                  <a:cubicBezTo>
                    <a:pt x="3894722" y="937725"/>
                    <a:pt x="3896181" y="938233"/>
                    <a:pt x="3897387" y="939882"/>
                  </a:cubicBezTo>
                  <a:cubicBezTo>
                    <a:pt x="3926506" y="981754"/>
                    <a:pt x="3936847" y="1015948"/>
                    <a:pt x="3979416" y="1052237"/>
                  </a:cubicBezTo>
                  <a:cubicBezTo>
                    <a:pt x="4035371" y="1099945"/>
                    <a:pt x="4194228" y="1160785"/>
                    <a:pt x="4265029" y="1160785"/>
                  </a:cubicBezTo>
                  <a:lnTo>
                    <a:pt x="4451800" y="1160785"/>
                  </a:lnTo>
                  <a:cubicBezTo>
                    <a:pt x="4454591" y="1160785"/>
                    <a:pt x="4456812" y="1165606"/>
                    <a:pt x="4456812" y="1171633"/>
                  </a:cubicBezTo>
                  <a:lnTo>
                    <a:pt x="4463537" y="4571895"/>
                  </a:lnTo>
                  <a:lnTo>
                    <a:pt x="4455670" y="5254269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  <a:effectLst>
              <a:outerShdw blurRad="57240" dist="19080" algn="bl" rotWithShape="0">
                <a:srgbClr val="000000">
                  <a:alpha val="5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68" name="Google Shape;224;p31"/>
          <p:cNvGrpSpPr/>
          <p:nvPr/>
        </p:nvGrpSpPr>
        <p:grpSpPr>
          <a:xfrm>
            <a:off x="5890680" y="76680"/>
            <a:ext cx="2894040" cy="4989960"/>
            <a:chOff x="5890680" y="76680"/>
            <a:chExt cx="2894040" cy="4989960"/>
          </a:xfrm>
        </p:grpSpPr>
        <p:sp>
          <p:nvSpPr>
            <p:cNvPr id="169" name="Google Shape;225;p31"/>
            <p:cNvSpPr/>
            <p:nvPr/>
          </p:nvSpPr>
          <p:spPr>
            <a:xfrm>
              <a:off x="7257600" y="76680"/>
              <a:ext cx="206280" cy="206280"/>
            </a:xfrm>
            <a:prstGeom prst="star8">
              <a:avLst>
                <a:gd name="adj" fmla="val 37500"/>
              </a:avLst>
            </a:prstGeom>
            <a:noFill/>
            <a:ln w="9525">
              <a:solidFill>
                <a:srgbClr val="F9EDD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1280" bIns="712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" name="Google Shape;226;p31"/>
            <p:cNvSpPr/>
            <p:nvPr/>
          </p:nvSpPr>
          <p:spPr>
            <a:xfrm>
              <a:off x="5890680" y="498600"/>
              <a:ext cx="172800" cy="172800"/>
            </a:xfrm>
            <a:prstGeom prst="star4">
              <a:avLst>
                <a:gd name="adj" fmla="val 25578"/>
              </a:avLst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1320" bIns="3132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" name="Google Shape;227;p31"/>
            <p:cNvSpPr/>
            <p:nvPr/>
          </p:nvSpPr>
          <p:spPr>
            <a:xfrm>
              <a:off x="8611920" y="498600"/>
              <a:ext cx="172800" cy="172800"/>
            </a:xfrm>
            <a:prstGeom prst="star4">
              <a:avLst>
                <a:gd name="adj" fmla="val 25578"/>
              </a:avLst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1320" bIns="3132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" name="Google Shape;228;p31"/>
            <p:cNvSpPr/>
            <p:nvPr/>
          </p:nvSpPr>
          <p:spPr>
            <a:xfrm>
              <a:off x="5890680" y="4384080"/>
              <a:ext cx="172800" cy="172800"/>
            </a:xfrm>
            <a:prstGeom prst="star4">
              <a:avLst>
                <a:gd name="adj" fmla="val 25578"/>
              </a:avLst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1320" bIns="3132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" name="Google Shape;229;p31"/>
            <p:cNvSpPr/>
            <p:nvPr/>
          </p:nvSpPr>
          <p:spPr>
            <a:xfrm>
              <a:off x="8611920" y="4384080"/>
              <a:ext cx="172800" cy="172800"/>
            </a:xfrm>
            <a:prstGeom prst="star4">
              <a:avLst>
                <a:gd name="adj" fmla="val 25578"/>
              </a:avLst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1320" bIns="3132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4" name="Google Shape;230;p31"/>
            <p:cNvSpPr/>
            <p:nvPr/>
          </p:nvSpPr>
          <p:spPr>
            <a:xfrm>
              <a:off x="7257600" y="4860360"/>
              <a:ext cx="206280" cy="206280"/>
            </a:xfrm>
            <a:prstGeom prst="star8">
              <a:avLst>
                <a:gd name="adj" fmla="val 37500"/>
              </a:avLst>
            </a:prstGeom>
            <a:noFill/>
            <a:ln w="9525">
              <a:solidFill>
                <a:srgbClr val="F9EDD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1280" bIns="712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75" name="Google Shape;231;p31"/>
          <p:cNvSpPr/>
          <p:nvPr/>
        </p:nvSpPr>
        <p:spPr>
          <a:xfrm>
            <a:off x="5795280" y="359640"/>
            <a:ext cx="3118320" cy="4423320"/>
          </a:xfrm>
          <a:custGeom>
            <a:avLst/>
            <a:gdLst>
              <a:gd name="textAreaLeft" fmla="*/ 0 w 3118320"/>
              <a:gd name="textAreaRight" fmla="*/ 3118680 w 3118320"/>
              <a:gd name="textAreaTop" fmla="*/ 0 h 4423320"/>
              <a:gd name="textAreaBottom" fmla="*/ 4423680 h 4423320"/>
            </a:gdLst>
            <a:ahLst/>
            <a:cxnLst/>
            <a:rect l="textAreaLeft" t="textAreaTop" r="textAreaRight" b="textAreaBottom"/>
            <a:pathLst>
              <a:path w="4835123" h="6858149">
                <a:moveTo>
                  <a:pt x="2416281" y="6858150"/>
                </a:moveTo>
                <a:cubicBezTo>
                  <a:pt x="2414809" y="6858150"/>
                  <a:pt x="2413117" y="6858003"/>
                  <a:pt x="2411277" y="6857782"/>
                </a:cubicBezTo>
                <a:cubicBezTo>
                  <a:pt x="2408628" y="6857414"/>
                  <a:pt x="2406494" y="6854986"/>
                  <a:pt x="2392146" y="6836443"/>
                </a:cubicBezTo>
                <a:cubicBezTo>
                  <a:pt x="2382580" y="6824081"/>
                  <a:pt x="2369408" y="6807156"/>
                  <a:pt x="2364037" y="6803477"/>
                </a:cubicBezTo>
                <a:cubicBezTo>
                  <a:pt x="2228495" y="6711056"/>
                  <a:pt x="1952483" y="6690747"/>
                  <a:pt x="1871173" y="6686773"/>
                </a:cubicBezTo>
                <a:cubicBezTo>
                  <a:pt x="1824227" y="6684492"/>
                  <a:pt x="1755058" y="6686994"/>
                  <a:pt x="1674999" y="6690011"/>
                </a:cubicBezTo>
                <a:cubicBezTo>
                  <a:pt x="1445271" y="6698473"/>
                  <a:pt x="1130627" y="6710099"/>
                  <a:pt x="1039677" y="6614220"/>
                </a:cubicBezTo>
                <a:cubicBezTo>
                  <a:pt x="1032319" y="6606494"/>
                  <a:pt x="1027021" y="6595382"/>
                  <a:pt x="1022312" y="6585596"/>
                </a:cubicBezTo>
                <a:cubicBezTo>
                  <a:pt x="1018044" y="6576619"/>
                  <a:pt x="1013923" y="6568156"/>
                  <a:pt x="1009729" y="6565434"/>
                </a:cubicBezTo>
                <a:cubicBezTo>
                  <a:pt x="999869" y="6559032"/>
                  <a:pt x="963371" y="6552262"/>
                  <a:pt x="928051" y="6545640"/>
                </a:cubicBezTo>
                <a:cubicBezTo>
                  <a:pt x="894129" y="6539312"/>
                  <a:pt x="859030" y="6532763"/>
                  <a:pt x="840119" y="6525551"/>
                </a:cubicBezTo>
                <a:cubicBezTo>
                  <a:pt x="722385" y="6480739"/>
                  <a:pt x="717528" y="6406419"/>
                  <a:pt x="711936" y="6320400"/>
                </a:cubicBezTo>
                <a:cubicBezTo>
                  <a:pt x="709949" y="6289568"/>
                  <a:pt x="707815" y="6257707"/>
                  <a:pt x="700898" y="6223858"/>
                </a:cubicBezTo>
                <a:cubicBezTo>
                  <a:pt x="691553" y="6178384"/>
                  <a:pt x="666755" y="6128200"/>
                  <a:pt x="625181" y="6070436"/>
                </a:cubicBezTo>
                <a:cubicBezTo>
                  <a:pt x="610758" y="6050421"/>
                  <a:pt x="553878" y="5991849"/>
                  <a:pt x="534305" y="5976911"/>
                </a:cubicBezTo>
                <a:cubicBezTo>
                  <a:pt x="418852" y="5888685"/>
                  <a:pt x="269919" y="5839310"/>
                  <a:pt x="79042" y="5826139"/>
                </a:cubicBezTo>
                <a:cubicBezTo>
                  <a:pt x="77424" y="5825991"/>
                  <a:pt x="74407" y="5825182"/>
                  <a:pt x="72199" y="5820840"/>
                </a:cubicBezTo>
                <a:cubicBezTo>
                  <a:pt x="69256" y="5814880"/>
                  <a:pt x="68888" y="5803916"/>
                  <a:pt x="73082" y="5797514"/>
                </a:cubicBezTo>
                <a:cubicBezTo>
                  <a:pt x="93465" y="5766462"/>
                  <a:pt x="115761" y="5724593"/>
                  <a:pt x="108034" y="5676101"/>
                </a:cubicBezTo>
                <a:cubicBezTo>
                  <a:pt x="100676" y="5630185"/>
                  <a:pt x="52994" y="5593908"/>
                  <a:pt x="24517" y="5572275"/>
                </a:cubicBezTo>
                <a:cubicBezTo>
                  <a:pt x="15466" y="5565432"/>
                  <a:pt x="8328" y="5559986"/>
                  <a:pt x="4208" y="5555718"/>
                </a:cubicBezTo>
                <a:cubicBezTo>
                  <a:pt x="897" y="5552333"/>
                  <a:pt x="-134" y="5545932"/>
                  <a:pt x="14" y="5541149"/>
                </a:cubicBezTo>
                <a:cubicBezTo>
                  <a:pt x="6857" y="5259691"/>
                  <a:pt x="6562" y="4982869"/>
                  <a:pt x="5532" y="4676099"/>
                </a:cubicBezTo>
                <a:cubicBezTo>
                  <a:pt x="3840" y="4157776"/>
                  <a:pt x="5900" y="3628856"/>
                  <a:pt x="7961" y="3117376"/>
                </a:cubicBezTo>
                <a:cubicBezTo>
                  <a:pt x="10904" y="2377933"/>
                  <a:pt x="13921" y="1613398"/>
                  <a:pt x="5606" y="859754"/>
                </a:cubicBezTo>
                <a:cubicBezTo>
                  <a:pt x="5459" y="846362"/>
                  <a:pt x="4355" y="836207"/>
                  <a:pt x="2147" y="826862"/>
                </a:cubicBezTo>
                <a:cubicBezTo>
                  <a:pt x="87" y="818400"/>
                  <a:pt x="2000" y="807142"/>
                  <a:pt x="8034" y="804419"/>
                </a:cubicBezTo>
                <a:cubicBezTo>
                  <a:pt x="29741" y="794633"/>
                  <a:pt x="91257" y="796619"/>
                  <a:pt x="136143" y="798018"/>
                </a:cubicBezTo>
                <a:cubicBezTo>
                  <a:pt x="154981" y="798606"/>
                  <a:pt x="171243" y="799121"/>
                  <a:pt x="179043" y="798533"/>
                </a:cubicBezTo>
                <a:cubicBezTo>
                  <a:pt x="298027" y="789776"/>
                  <a:pt x="581104" y="747833"/>
                  <a:pt x="640265" y="547024"/>
                </a:cubicBezTo>
                <a:cubicBezTo>
                  <a:pt x="642399" y="539739"/>
                  <a:pt x="646667" y="537826"/>
                  <a:pt x="649978" y="538414"/>
                </a:cubicBezTo>
                <a:cubicBezTo>
                  <a:pt x="668889" y="541946"/>
                  <a:pt x="686917" y="548569"/>
                  <a:pt x="704357" y="555044"/>
                </a:cubicBezTo>
                <a:cubicBezTo>
                  <a:pt x="725990" y="563065"/>
                  <a:pt x="748360" y="571306"/>
                  <a:pt x="772495" y="573514"/>
                </a:cubicBezTo>
                <a:cubicBezTo>
                  <a:pt x="912966" y="586464"/>
                  <a:pt x="1033791" y="491100"/>
                  <a:pt x="1100016" y="397501"/>
                </a:cubicBezTo>
                <a:cubicBezTo>
                  <a:pt x="1102150" y="394485"/>
                  <a:pt x="1105241" y="393234"/>
                  <a:pt x="1108184" y="394264"/>
                </a:cubicBezTo>
                <a:cubicBezTo>
                  <a:pt x="1262562" y="446067"/>
                  <a:pt x="1446669" y="484992"/>
                  <a:pt x="1501268" y="324654"/>
                </a:cubicBezTo>
                <a:cubicBezTo>
                  <a:pt x="1505830" y="311261"/>
                  <a:pt x="1507890" y="298531"/>
                  <a:pt x="1509804" y="286243"/>
                </a:cubicBezTo>
                <a:cubicBezTo>
                  <a:pt x="1513115" y="265492"/>
                  <a:pt x="1516573" y="244079"/>
                  <a:pt x="1532173" y="220533"/>
                </a:cubicBezTo>
                <a:cubicBezTo>
                  <a:pt x="1602813" y="113836"/>
                  <a:pt x="1805536" y="105742"/>
                  <a:pt x="2001637" y="97869"/>
                </a:cubicBezTo>
                <a:cubicBezTo>
                  <a:pt x="2135339" y="92497"/>
                  <a:pt x="2261534" y="87420"/>
                  <a:pt x="2339460" y="52026"/>
                </a:cubicBezTo>
                <a:cubicBezTo>
                  <a:pt x="2358739" y="43270"/>
                  <a:pt x="2372646" y="32673"/>
                  <a:pt x="2387289" y="21489"/>
                </a:cubicBezTo>
                <a:cubicBezTo>
                  <a:pt x="2396193" y="14719"/>
                  <a:pt x="2405317" y="7729"/>
                  <a:pt x="2415913" y="1033"/>
                </a:cubicBezTo>
                <a:cubicBezTo>
                  <a:pt x="2418709" y="-734"/>
                  <a:pt x="2422904" y="-513"/>
                  <a:pt x="2425921" y="3902"/>
                </a:cubicBezTo>
                <a:cubicBezTo>
                  <a:pt x="2449688" y="39002"/>
                  <a:pt x="2497517" y="63064"/>
                  <a:pt x="2572058" y="77412"/>
                </a:cubicBezTo>
                <a:cubicBezTo>
                  <a:pt x="2636370" y="89848"/>
                  <a:pt x="2722242" y="92718"/>
                  <a:pt x="2813118" y="95808"/>
                </a:cubicBezTo>
                <a:cubicBezTo>
                  <a:pt x="2974266" y="101253"/>
                  <a:pt x="3156901" y="107435"/>
                  <a:pt x="3249984" y="171747"/>
                </a:cubicBezTo>
                <a:cubicBezTo>
                  <a:pt x="3300536" y="206699"/>
                  <a:pt x="3312457" y="251659"/>
                  <a:pt x="3324009" y="295073"/>
                </a:cubicBezTo>
                <a:cubicBezTo>
                  <a:pt x="3333722" y="331718"/>
                  <a:pt x="3342920" y="366302"/>
                  <a:pt x="3373605" y="395441"/>
                </a:cubicBezTo>
                <a:cubicBezTo>
                  <a:pt x="3456460" y="474249"/>
                  <a:pt x="3608337" y="433557"/>
                  <a:pt x="3715401" y="396030"/>
                </a:cubicBezTo>
                <a:cubicBezTo>
                  <a:pt x="3718050" y="395073"/>
                  <a:pt x="3720846" y="395956"/>
                  <a:pt x="3722980" y="398384"/>
                </a:cubicBezTo>
                <a:cubicBezTo>
                  <a:pt x="3873974" y="570423"/>
                  <a:pt x="4023864" y="618253"/>
                  <a:pt x="4168529" y="540622"/>
                </a:cubicBezTo>
                <a:cubicBezTo>
                  <a:pt x="4171767" y="538856"/>
                  <a:pt x="4175446" y="539960"/>
                  <a:pt x="4177874" y="543491"/>
                </a:cubicBezTo>
                <a:cubicBezTo>
                  <a:pt x="4188618" y="558871"/>
                  <a:pt x="4197080" y="573293"/>
                  <a:pt x="4205248" y="587274"/>
                </a:cubicBezTo>
                <a:cubicBezTo>
                  <a:pt x="4222613" y="616781"/>
                  <a:pt x="4239022" y="644669"/>
                  <a:pt x="4272356" y="673072"/>
                </a:cubicBezTo>
                <a:cubicBezTo>
                  <a:pt x="4336815" y="727966"/>
                  <a:pt x="4521216" y="798091"/>
                  <a:pt x="4601202" y="798091"/>
                </a:cubicBezTo>
                <a:lnTo>
                  <a:pt x="4817832" y="798091"/>
                </a:lnTo>
                <a:cubicBezTo>
                  <a:pt x="4823351" y="798091"/>
                  <a:pt x="4827324" y="804934"/>
                  <a:pt x="4827324" y="814353"/>
                </a:cubicBezTo>
                <a:lnTo>
                  <a:pt x="4835124" y="4758218"/>
                </a:lnTo>
                <a:lnTo>
                  <a:pt x="4826000" y="5549758"/>
                </a:lnTo>
                <a:cubicBezTo>
                  <a:pt x="4825926" y="5557043"/>
                  <a:pt x="4823351" y="5563077"/>
                  <a:pt x="4819377" y="5564990"/>
                </a:cubicBezTo>
                <a:cubicBezTo>
                  <a:pt x="4731076" y="5608478"/>
                  <a:pt x="4703556" y="5689494"/>
                  <a:pt x="4745867" y="5781694"/>
                </a:cubicBezTo>
                <a:cubicBezTo>
                  <a:pt x="4747780" y="5785815"/>
                  <a:pt x="4751386" y="5788022"/>
                  <a:pt x="4755212" y="5790377"/>
                </a:cubicBezTo>
                <a:cubicBezTo>
                  <a:pt x="4761025" y="5793909"/>
                  <a:pt x="4768163" y="5798324"/>
                  <a:pt x="4768163" y="5809950"/>
                </a:cubicBezTo>
                <a:cubicBezTo>
                  <a:pt x="4768163" y="5818412"/>
                  <a:pt x="4764336" y="5824814"/>
                  <a:pt x="4759112" y="5825108"/>
                </a:cubicBezTo>
                <a:cubicBezTo>
                  <a:pt x="4619450" y="5833717"/>
                  <a:pt x="4281113" y="5882724"/>
                  <a:pt x="4156020" y="6152114"/>
                </a:cubicBezTo>
                <a:cubicBezTo>
                  <a:pt x="4152120" y="6160577"/>
                  <a:pt x="4132694" y="6209951"/>
                  <a:pt x="4131517" y="6214955"/>
                </a:cubicBezTo>
                <a:cubicBezTo>
                  <a:pt x="4122319" y="6254911"/>
                  <a:pt x="4120185" y="6291997"/>
                  <a:pt x="4118345" y="6324668"/>
                </a:cubicBezTo>
                <a:cubicBezTo>
                  <a:pt x="4113415" y="6410320"/>
                  <a:pt x="4109515" y="6477943"/>
                  <a:pt x="3983393" y="6525331"/>
                </a:cubicBezTo>
                <a:cubicBezTo>
                  <a:pt x="3964040" y="6532616"/>
                  <a:pt x="3914666" y="6542034"/>
                  <a:pt x="3874930" y="6549613"/>
                </a:cubicBezTo>
                <a:cubicBezTo>
                  <a:pt x="3847410" y="6554911"/>
                  <a:pt x="3818933" y="6560356"/>
                  <a:pt x="3815475" y="6562343"/>
                </a:cubicBezTo>
                <a:cubicBezTo>
                  <a:pt x="3814960" y="6563079"/>
                  <a:pt x="3812973" y="6568230"/>
                  <a:pt x="3811354" y="6572351"/>
                </a:cubicBezTo>
                <a:cubicBezTo>
                  <a:pt x="3807675" y="6581696"/>
                  <a:pt x="3803186" y="6593322"/>
                  <a:pt x="3797300" y="6600460"/>
                </a:cubicBezTo>
                <a:cubicBezTo>
                  <a:pt x="3712605" y="6703477"/>
                  <a:pt x="3516431" y="6695162"/>
                  <a:pt x="3373237" y="6689128"/>
                </a:cubicBezTo>
                <a:cubicBezTo>
                  <a:pt x="3344245" y="6687877"/>
                  <a:pt x="3316798" y="6686773"/>
                  <a:pt x="3293178" y="6686626"/>
                </a:cubicBezTo>
                <a:cubicBezTo>
                  <a:pt x="3273531" y="6686553"/>
                  <a:pt x="3252045" y="6686332"/>
                  <a:pt x="3229086" y="6686037"/>
                </a:cubicBezTo>
                <a:cubicBezTo>
                  <a:pt x="2989057" y="6683315"/>
                  <a:pt x="2587363" y="6678826"/>
                  <a:pt x="2436075" y="6834235"/>
                </a:cubicBezTo>
                <a:cubicBezTo>
                  <a:pt x="2432690" y="6837693"/>
                  <a:pt x="2431734" y="6841593"/>
                  <a:pt x="2430777" y="6845420"/>
                </a:cubicBezTo>
                <a:cubicBezTo>
                  <a:pt x="2429379" y="6851086"/>
                  <a:pt x="2427613" y="6858003"/>
                  <a:pt x="2416502" y="6858003"/>
                </a:cubicBezTo>
                <a:close/>
                <a:moveTo>
                  <a:pt x="2413043" y="6850644"/>
                </a:moveTo>
                <a:cubicBezTo>
                  <a:pt x="2421506" y="6851748"/>
                  <a:pt x="2421947" y="6849835"/>
                  <a:pt x="2423492" y="6843801"/>
                </a:cubicBezTo>
                <a:cubicBezTo>
                  <a:pt x="2424596" y="6839533"/>
                  <a:pt x="2425921" y="6834161"/>
                  <a:pt x="2430630" y="6829305"/>
                </a:cubicBezTo>
                <a:cubicBezTo>
                  <a:pt x="2584126" y="6671615"/>
                  <a:pt x="2987806" y="6676177"/>
                  <a:pt x="3229013" y="6678900"/>
                </a:cubicBezTo>
                <a:cubicBezTo>
                  <a:pt x="3251971" y="6679194"/>
                  <a:pt x="3273384" y="6679415"/>
                  <a:pt x="3293031" y="6679488"/>
                </a:cubicBezTo>
                <a:cubicBezTo>
                  <a:pt x="3316798" y="6679562"/>
                  <a:pt x="3344245" y="6680740"/>
                  <a:pt x="3373384" y="6681990"/>
                </a:cubicBezTo>
                <a:cubicBezTo>
                  <a:pt x="3515033" y="6687951"/>
                  <a:pt x="3709146" y="6696118"/>
                  <a:pt x="3791487" y="6596045"/>
                </a:cubicBezTo>
                <a:cubicBezTo>
                  <a:pt x="3796564" y="6589864"/>
                  <a:pt x="3801053" y="6578384"/>
                  <a:pt x="3804364" y="6569996"/>
                </a:cubicBezTo>
                <a:cubicBezTo>
                  <a:pt x="3807675" y="6561534"/>
                  <a:pt x="3809073" y="6558002"/>
                  <a:pt x="3811280" y="6556530"/>
                </a:cubicBezTo>
                <a:cubicBezTo>
                  <a:pt x="3814886" y="6554028"/>
                  <a:pt x="3832105" y="6550570"/>
                  <a:pt x="3873459" y="6542697"/>
                </a:cubicBezTo>
                <a:cubicBezTo>
                  <a:pt x="3912900" y="6535117"/>
                  <a:pt x="3961980" y="6525772"/>
                  <a:pt x="3980744" y="6518708"/>
                </a:cubicBezTo>
                <a:cubicBezTo>
                  <a:pt x="4102378" y="6473013"/>
                  <a:pt x="4105983" y="6410687"/>
                  <a:pt x="4110913" y="6324521"/>
                </a:cubicBezTo>
                <a:cubicBezTo>
                  <a:pt x="4112827" y="6291555"/>
                  <a:pt x="4114960" y="6254101"/>
                  <a:pt x="4124306" y="6213556"/>
                </a:cubicBezTo>
                <a:cubicBezTo>
                  <a:pt x="4125704" y="6207523"/>
                  <a:pt x="4145498" y="6157559"/>
                  <a:pt x="4149324" y="6149244"/>
                </a:cubicBezTo>
                <a:cubicBezTo>
                  <a:pt x="4276109" y="5876249"/>
                  <a:pt x="4617684" y="5826654"/>
                  <a:pt x="4758670" y="5817971"/>
                </a:cubicBezTo>
                <a:cubicBezTo>
                  <a:pt x="4759112" y="5817676"/>
                  <a:pt x="4760805" y="5814880"/>
                  <a:pt x="4760805" y="5810097"/>
                </a:cubicBezTo>
                <a:cubicBezTo>
                  <a:pt x="4760805" y="5802592"/>
                  <a:pt x="4756904" y="5800163"/>
                  <a:pt x="4751386" y="5796852"/>
                </a:cubicBezTo>
                <a:cubicBezTo>
                  <a:pt x="4746971" y="5794203"/>
                  <a:pt x="4742041" y="5791113"/>
                  <a:pt x="4739171" y="5785005"/>
                </a:cubicBezTo>
                <a:cubicBezTo>
                  <a:pt x="4695021" y="5688684"/>
                  <a:pt x="4723792" y="5604063"/>
                  <a:pt x="4816140" y="5558662"/>
                </a:cubicBezTo>
                <a:cubicBezTo>
                  <a:pt x="4816875" y="5558294"/>
                  <a:pt x="4818568" y="5555203"/>
                  <a:pt x="4818641" y="5549905"/>
                </a:cubicBezTo>
                <a:lnTo>
                  <a:pt x="4827766" y="4758439"/>
                </a:lnTo>
                <a:lnTo>
                  <a:pt x="4819966" y="814647"/>
                </a:lnTo>
                <a:cubicBezTo>
                  <a:pt x="4819966" y="809276"/>
                  <a:pt x="4818200" y="806112"/>
                  <a:pt x="4817464" y="805670"/>
                </a:cubicBezTo>
                <a:lnTo>
                  <a:pt x="4601202" y="805670"/>
                </a:lnTo>
                <a:cubicBezTo>
                  <a:pt x="4518273" y="805670"/>
                  <a:pt x="4334313" y="735839"/>
                  <a:pt x="4267573" y="678959"/>
                </a:cubicBezTo>
                <a:cubicBezTo>
                  <a:pt x="4233283" y="649746"/>
                  <a:pt x="4216580" y="621343"/>
                  <a:pt x="4198846" y="591247"/>
                </a:cubicBezTo>
                <a:cubicBezTo>
                  <a:pt x="4190678" y="577414"/>
                  <a:pt x="4182290" y="563065"/>
                  <a:pt x="4171767" y="547907"/>
                </a:cubicBezTo>
                <a:cubicBezTo>
                  <a:pt x="4171473" y="547465"/>
                  <a:pt x="4171252" y="547318"/>
                  <a:pt x="4171252" y="547318"/>
                </a:cubicBezTo>
                <a:cubicBezTo>
                  <a:pt x="4025924" y="625684"/>
                  <a:pt x="3868750" y="576015"/>
                  <a:pt x="3717388" y="403462"/>
                </a:cubicBezTo>
                <a:cubicBezTo>
                  <a:pt x="3608925" y="441357"/>
                  <a:pt x="3454253" y="482564"/>
                  <a:pt x="3368454" y="401033"/>
                </a:cubicBezTo>
                <a:cubicBezTo>
                  <a:pt x="3336224" y="370423"/>
                  <a:pt x="3326364" y="333189"/>
                  <a:pt x="3316798" y="297207"/>
                </a:cubicBezTo>
                <a:cubicBezTo>
                  <a:pt x="3305613" y="255043"/>
                  <a:pt x="3293987" y="211408"/>
                  <a:pt x="3245716" y="178001"/>
                </a:cubicBezTo>
                <a:cubicBezTo>
                  <a:pt x="3154399" y="114866"/>
                  <a:pt x="2972942" y="108759"/>
                  <a:pt x="2812824" y="103314"/>
                </a:cubicBezTo>
                <a:cubicBezTo>
                  <a:pt x="2721653" y="100223"/>
                  <a:pt x="2635487" y="97354"/>
                  <a:pt x="2570586" y="84771"/>
                </a:cubicBezTo>
                <a:cubicBezTo>
                  <a:pt x="2494059" y="69980"/>
                  <a:pt x="2444684" y="44962"/>
                  <a:pt x="2419739" y="8170"/>
                </a:cubicBezTo>
                <a:cubicBezTo>
                  <a:pt x="2419372" y="7581"/>
                  <a:pt x="2419077" y="7434"/>
                  <a:pt x="2419077" y="7434"/>
                </a:cubicBezTo>
                <a:cubicBezTo>
                  <a:pt x="2409511" y="13910"/>
                  <a:pt x="2400461" y="20827"/>
                  <a:pt x="2391704" y="27449"/>
                </a:cubicBezTo>
                <a:cubicBezTo>
                  <a:pt x="2377355" y="38413"/>
                  <a:pt x="2362491" y="49745"/>
                  <a:pt x="2342477" y="58869"/>
                </a:cubicBezTo>
                <a:cubicBezTo>
                  <a:pt x="2263227" y="94925"/>
                  <a:pt x="2136295" y="100003"/>
                  <a:pt x="2001931" y="105374"/>
                </a:cubicBezTo>
                <a:cubicBezTo>
                  <a:pt x="1807670" y="113174"/>
                  <a:pt x="1606860" y="121195"/>
                  <a:pt x="1538281" y="224727"/>
                </a:cubicBezTo>
                <a:cubicBezTo>
                  <a:pt x="1523564" y="246949"/>
                  <a:pt x="1520400" y="266670"/>
                  <a:pt x="1517015" y="287567"/>
                </a:cubicBezTo>
                <a:cubicBezTo>
                  <a:pt x="1515028" y="300150"/>
                  <a:pt x="1512894" y="313175"/>
                  <a:pt x="1508185" y="327155"/>
                </a:cubicBezTo>
                <a:cubicBezTo>
                  <a:pt x="1444388" y="514794"/>
                  <a:pt x="1207743" y="435618"/>
                  <a:pt x="1106271" y="401549"/>
                </a:cubicBezTo>
                <a:cubicBezTo>
                  <a:pt x="1106271" y="401622"/>
                  <a:pt x="1106124" y="401769"/>
                  <a:pt x="1105976" y="401916"/>
                </a:cubicBezTo>
                <a:cubicBezTo>
                  <a:pt x="1038574" y="497134"/>
                  <a:pt x="915395" y="594191"/>
                  <a:pt x="771759" y="581019"/>
                </a:cubicBezTo>
                <a:cubicBezTo>
                  <a:pt x="746594" y="578664"/>
                  <a:pt x="723783" y="570276"/>
                  <a:pt x="701708" y="562108"/>
                </a:cubicBezTo>
                <a:cubicBezTo>
                  <a:pt x="684563" y="555780"/>
                  <a:pt x="666903" y="549231"/>
                  <a:pt x="648580" y="545846"/>
                </a:cubicBezTo>
                <a:cubicBezTo>
                  <a:pt x="648874" y="545920"/>
                  <a:pt x="647991" y="546876"/>
                  <a:pt x="647329" y="549305"/>
                </a:cubicBezTo>
                <a:cubicBezTo>
                  <a:pt x="586917" y="754530"/>
                  <a:pt x="300088" y="797208"/>
                  <a:pt x="179558" y="806038"/>
                </a:cubicBezTo>
                <a:cubicBezTo>
                  <a:pt x="171390" y="806627"/>
                  <a:pt x="155717" y="806112"/>
                  <a:pt x="135923" y="805523"/>
                </a:cubicBezTo>
                <a:cubicBezTo>
                  <a:pt x="94201" y="804199"/>
                  <a:pt x="31213" y="802212"/>
                  <a:pt x="11125" y="811263"/>
                </a:cubicBezTo>
                <a:cubicBezTo>
                  <a:pt x="9727" y="811998"/>
                  <a:pt x="7740" y="818695"/>
                  <a:pt x="9285" y="825317"/>
                </a:cubicBezTo>
                <a:cubicBezTo>
                  <a:pt x="11713" y="835177"/>
                  <a:pt x="12817" y="845847"/>
                  <a:pt x="12964" y="859901"/>
                </a:cubicBezTo>
                <a:cubicBezTo>
                  <a:pt x="21279" y="1613546"/>
                  <a:pt x="18262" y="2378154"/>
                  <a:pt x="15319" y="3117596"/>
                </a:cubicBezTo>
                <a:cubicBezTo>
                  <a:pt x="13259" y="3629076"/>
                  <a:pt x="11198" y="4157922"/>
                  <a:pt x="12891" y="4676246"/>
                </a:cubicBezTo>
                <a:cubicBezTo>
                  <a:pt x="13921" y="4983016"/>
                  <a:pt x="14142" y="5259912"/>
                  <a:pt x="7372" y="5541443"/>
                </a:cubicBezTo>
                <a:cubicBezTo>
                  <a:pt x="7298" y="5545858"/>
                  <a:pt x="8402" y="5549537"/>
                  <a:pt x="9506" y="5550715"/>
                </a:cubicBezTo>
                <a:cubicBezTo>
                  <a:pt x="13259" y="5554615"/>
                  <a:pt x="20543" y="5560133"/>
                  <a:pt x="28932" y="5566535"/>
                </a:cubicBezTo>
                <a:cubicBezTo>
                  <a:pt x="58292" y="5588831"/>
                  <a:pt x="107446" y="5626212"/>
                  <a:pt x="115319" y="5675071"/>
                </a:cubicBezTo>
                <a:cubicBezTo>
                  <a:pt x="123487" y="5726064"/>
                  <a:pt x="100382" y="5769553"/>
                  <a:pt x="79263" y="5801709"/>
                </a:cubicBezTo>
                <a:cubicBezTo>
                  <a:pt x="77424" y="5804579"/>
                  <a:pt x="76835" y="5810465"/>
                  <a:pt x="77939" y="5815175"/>
                </a:cubicBezTo>
                <a:cubicBezTo>
                  <a:pt x="78601" y="5817897"/>
                  <a:pt x="79558" y="5818854"/>
                  <a:pt x="79778" y="5819001"/>
                </a:cubicBezTo>
                <a:cubicBezTo>
                  <a:pt x="271905" y="5832246"/>
                  <a:pt x="422163" y="5882062"/>
                  <a:pt x="538793" y="5971245"/>
                </a:cubicBezTo>
                <a:cubicBezTo>
                  <a:pt x="559176" y="5986845"/>
                  <a:pt x="616130" y="6045492"/>
                  <a:pt x="631141" y="6066316"/>
                </a:cubicBezTo>
                <a:cubicBezTo>
                  <a:pt x="673378" y="6124962"/>
                  <a:pt x="698543" y="6176103"/>
                  <a:pt x="708109" y="6222608"/>
                </a:cubicBezTo>
                <a:cubicBezTo>
                  <a:pt x="715173" y="6256971"/>
                  <a:pt x="717307" y="6289127"/>
                  <a:pt x="719294" y="6320180"/>
                </a:cubicBezTo>
                <a:cubicBezTo>
                  <a:pt x="724960" y="6407082"/>
                  <a:pt x="729449" y="6475809"/>
                  <a:pt x="842768" y="6518929"/>
                </a:cubicBezTo>
                <a:cubicBezTo>
                  <a:pt x="861090" y="6525919"/>
                  <a:pt x="895821" y="6532395"/>
                  <a:pt x="929449" y="6538650"/>
                </a:cubicBezTo>
                <a:cubicBezTo>
                  <a:pt x="967050" y="6545640"/>
                  <a:pt x="1002591" y="6552336"/>
                  <a:pt x="1013702" y="6559473"/>
                </a:cubicBezTo>
                <a:cubicBezTo>
                  <a:pt x="1019663" y="6563300"/>
                  <a:pt x="1023931" y="6572277"/>
                  <a:pt x="1028934" y="6582652"/>
                </a:cubicBezTo>
                <a:cubicBezTo>
                  <a:pt x="1033349" y="6591924"/>
                  <a:pt x="1038427" y="6602446"/>
                  <a:pt x="1044975" y="6609363"/>
                </a:cubicBezTo>
                <a:cubicBezTo>
                  <a:pt x="1133644" y="6702815"/>
                  <a:pt x="1446374" y="6691262"/>
                  <a:pt x="1674705" y="6682800"/>
                </a:cubicBezTo>
                <a:cubicBezTo>
                  <a:pt x="1754911" y="6679857"/>
                  <a:pt x="1824227" y="6677281"/>
                  <a:pt x="1871541" y="6679636"/>
                </a:cubicBezTo>
                <a:cubicBezTo>
                  <a:pt x="1953366" y="6683683"/>
                  <a:pt x="2231071" y="6704066"/>
                  <a:pt x="2368231" y="6797591"/>
                </a:cubicBezTo>
                <a:cubicBezTo>
                  <a:pt x="2374559" y="6801932"/>
                  <a:pt x="2386995" y="6817973"/>
                  <a:pt x="2398032" y="6832175"/>
                </a:cubicBezTo>
                <a:cubicBezTo>
                  <a:pt x="2403772" y="6839607"/>
                  <a:pt x="2410909" y="6848805"/>
                  <a:pt x="2413191" y="6850791"/>
                </a:cubicBezTo>
                <a:close/>
              </a:path>
            </a:pathLst>
          </a:custGeom>
          <a:noFill/>
          <a:ln w="9525">
            <a:solidFill>
              <a:srgbClr val="F9ED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627CD33E-7413-76B9-3891-BC7D13F95C9A}"/>
              </a:ext>
            </a:extLst>
          </p:cNvPr>
          <p:cNvSpPr txBox="1"/>
          <p:nvPr/>
        </p:nvSpPr>
        <p:spPr>
          <a:xfrm>
            <a:off x="1229763" y="171370"/>
            <a:ext cx="62595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/>
              <a:t>Thank You!</a:t>
            </a:r>
            <a:endParaRPr lang="en-IN" sz="4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071B86-5B3C-06D7-2949-E94D0D16CE39}"/>
              </a:ext>
            </a:extLst>
          </p:cNvPr>
          <p:cNvSpPr txBox="1"/>
          <p:nvPr/>
        </p:nvSpPr>
        <p:spPr>
          <a:xfrm>
            <a:off x="1739003" y="1939943"/>
            <a:ext cx="524107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Presentation by</a:t>
            </a:r>
          </a:p>
          <a:p>
            <a:pPr algn="ctr"/>
            <a:r>
              <a:rPr lang="en-US" dirty="0"/>
              <a:t>Tarun Hansdah</a:t>
            </a:r>
          </a:p>
          <a:p>
            <a:pPr algn="ctr"/>
            <a:r>
              <a:rPr lang="en-US" dirty="0"/>
              <a:t>Roll no. 16, Class </a:t>
            </a:r>
            <a:r>
              <a:rPr lang="en-US" dirty="0">
                <a:latin typeface="Palatino Linotype" panose="02040502050505030304" pitchFamily="18" charset="0"/>
              </a:rPr>
              <a:t>XII</a:t>
            </a:r>
          </a:p>
          <a:p>
            <a:pPr algn="ctr"/>
            <a:r>
              <a:rPr lang="en-US" b="1" dirty="0"/>
              <a:t>Under the guidance of</a:t>
            </a:r>
          </a:p>
          <a:p>
            <a:pPr algn="ctr"/>
            <a:r>
              <a:rPr lang="en-US" dirty="0"/>
              <a:t>Ms. Vandana </a:t>
            </a:r>
            <a:r>
              <a:rPr lang="en-US" dirty="0" err="1"/>
              <a:t>Ozi</a:t>
            </a:r>
            <a:r>
              <a:rPr lang="en-US" dirty="0"/>
              <a:t> ma’ am</a:t>
            </a:r>
          </a:p>
          <a:p>
            <a:pPr algn="ctr"/>
            <a:endParaRPr lang="en-IN" dirty="0">
              <a:latin typeface="Palatino Linotype" panose="02040502050505030304" pitchFamily="18" charset="0"/>
            </a:endParaRPr>
          </a:p>
        </p:txBody>
      </p:sp>
      <p:grpSp>
        <p:nvGrpSpPr>
          <p:cNvPr id="12" name="Google Shape;260;p33">
            <a:extLst>
              <a:ext uri="{FF2B5EF4-FFF2-40B4-BE49-F238E27FC236}">
                <a16:creationId xmlns:a16="http://schemas.microsoft.com/office/drawing/2014/main" id="{2A640F76-0325-1311-FC58-8417F1CD1F73}"/>
              </a:ext>
            </a:extLst>
          </p:cNvPr>
          <p:cNvGrpSpPr/>
          <p:nvPr/>
        </p:nvGrpSpPr>
        <p:grpSpPr>
          <a:xfrm>
            <a:off x="-1172818" y="-58320"/>
            <a:ext cx="4029120" cy="5263200"/>
            <a:chOff x="-1551960" y="-58320"/>
            <a:chExt cx="4029120" cy="5263200"/>
          </a:xfrm>
        </p:grpSpPr>
        <p:sp>
          <p:nvSpPr>
            <p:cNvPr id="13" name="Google Shape;261;p33">
              <a:extLst>
                <a:ext uri="{FF2B5EF4-FFF2-40B4-BE49-F238E27FC236}">
                  <a16:creationId xmlns:a16="http://schemas.microsoft.com/office/drawing/2014/main" id="{478AD6FF-D519-3460-831C-B59A80645E4A}"/>
                </a:ext>
              </a:extLst>
            </p:cNvPr>
            <p:cNvSpPr/>
            <p:nvPr/>
          </p:nvSpPr>
          <p:spPr>
            <a:xfrm>
              <a:off x="-1551960" y="-58320"/>
              <a:ext cx="4029120" cy="5263200"/>
            </a:xfrm>
            <a:custGeom>
              <a:avLst/>
              <a:gdLst>
                <a:gd name="textAreaLeft" fmla="*/ 0 w 4029120"/>
                <a:gd name="textAreaRight" fmla="*/ 4029480 w 4029120"/>
                <a:gd name="textAreaTop" fmla="*/ 0 h 5263200"/>
                <a:gd name="textAreaBottom" fmla="*/ 5263560 h 5263200"/>
              </a:gdLst>
              <a:ahLst/>
              <a:cxnLst/>
              <a:rect l="textAreaLeft" t="textAreaTop" r="textAreaRight" b="textAreaBottom"/>
              <a:pathLst>
                <a:path w="5250243" h="6858000">
                  <a:moveTo>
                    <a:pt x="3848989" y="6719189"/>
                  </a:moveTo>
                  <a:lnTo>
                    <a:pt x="5250244" y="6858000"/>
                  </a:lnTo>
                  <a:lnTo>
                    <a:pt x="0" y="6858000"/>
                  </a:lnTo>
                  <a:lnTo>
                    <a:pt x="1401255" y="6719189"/>
                  </a:lnTo>
                  <a:cubicBezTo>
                    <a:pt x="1975358" y="6662356"/>
                    <a:pt x="2429510" y="6208205"/>
                    <a:pt x="2486343" y="5634101"/>
                  </a:cubicBezTo>
                  <a:lnTo>
                    <a:pt x="2609279" y="4392676"/>
                  </a:lnTo>
                  <a:lnTo>
                    <a:pt x="2565718" y="3952558"/>
                  </a:lnTo>
                  <a:cubicBezTo>
                    <a:pt x="2541397" y="3707003"/>
                    <a:pt x="2347087" y="3512693"/>
                    <a:pt x="2101533" y="3488372"/>
                  </a:cubicBezTo>
                  <a:lnTo>
                    <a:pt x="1501585" y="3429000"/>
                  </a:lnTo>
                  <a:lnTo>
                    <a:pt x="2101533" y="3369564"/>
                  </a:lnTo>
                  <a:cubicBezTo>
                    <a:pt x="2347087" y="3345244"/>
                    <a:pt x="2541397" y="3150997"/>
                    <a:pt x="2565718" y="2905379"/>
                  </a:cubicBezTo>
                  <a:lnTo>
                    <a:pt x="2608580" y="2472246"/>
                  </a:lnTo>
                  <a:lnTo>
                    <a:pt x="2486343" y="1237869"/>
                  </a:lnTo>
                  <a:cubicBezTo>
                    <a:pt x="2429510" y="663766"/>
                    <a:pt x="1975358" y="209613"/>
                    <a:pt x="1401255" y="152718"/>
                  </a:cubicBezTo>
                  <a:lnTo>
                    <a:pt x="0" y="13970"/>
                  </a:lnTo>
                  <a:lnTo>
                    <a:pt x="141224" y="0"/>
                  </a:lnTo>
                  <a:lnTo>
                    <a:pt x="5109020" y="0"/>
                  </a:lnTo>
                  <a:lnTo>
                    <a:pt x="5250244" y="13970"/>
                  </a:lnTo>
                  <a:lnTo>
                    <a:pt x="3848989" y="152718"/>
                  </a:lnTo>
                  <a:cubicBezTo>
                    <a:pt x="3274886" y="209613"/>
                    <a:pt x="2820734" y="663766"/>
                    <a:pt x="2763901" y="1237869"/>
                  </a:cubicBezTo>
                  <a:lnTo>
                    <a:pt x="2641664" y="2472246"/>
                  </a:lnTo>
                  <a:lnTo>
                    <a:pt x="2684526" y="2905379"/>
                  </a:lnTo>
                  <a:cubicBezTo>
                    <a:pt x="2708847" y="3150997"/>
                    <a:pt x="2903157" y="3345244"/>
                    <a:pt x="3148711" y="3369564"/>
                  </a:cubicBezTo>
                  <a:lnTo>
                    <a:pt x="3748659" y="3429000"/>
                  </a:lnTo>
                  <a:lnTo>
                    <a:pt x="3148711" y="3488372"/>
                  </a:lnTo>
                  <a:cubicBezTo>
                    <a:pt x="2903157" y="3512693"/>
                    <a:pt x="2708847" y="3707003"/>
                    <a:pt x="2684526" y="3952558"/>
                  </a:cubicBezTo>
                  <a:lnTo>
                    <a:pt x="2640965" y="4392676"/>
                  </a:lnTo>
                  <a:lnTo>
                    <a:pt x="2763901" y="5634101"/>
                  </a:lnTo>
                  <a:cubicBezTo>
                    <a:pt x="2820734" y="6208205"/>
                    <a:pt x="3274886" y="6662356"/>
                    <a:pt x="3848989" y="6719189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9EDD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" name="Google Shape;262;p33">
              <a:extLst>
                <a:ext uri="{FF2B5EF4-FFF2-40B4-BE49-F238E27FC236}">
                  <a16:creationId xmlns:a16="http://schemas.microsoft.com/office/drawing/2014/main" id="{CA5E6826-CADE-C67D-9300-4AFAA07789ED}"/>
                </a:ext>
              </a:extLst>
            </p:cNvPr>
            <p:cNvSpPr/>
            <p:nvPr/>
          </p:nvSpPr>
          <p:spPr>
            <a:xfrm>
              <a:off x="376200" y="2485080"/>
              <a:ext cx="172800" cy="172800"/>
            </a:xfrm>
            <a:prstGeom prst="star4">
              <a:avLst>
                <a:gd name="adj" fmla="val 25578"/>
              </a:avLst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1320" bIns="3132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" name="Google Shape;260;p33">
            <a:extLst>
              <a:ext uri="{FF2B5EF4-FFF2-40B4-BE49-F238E27FC236}">
                <a16:creationId xmlns:a16="http://schemas.microsoft.com/office/drawing/2014/main" id="{A6EFDE29-8351-4D05-9AC7-3382D94DE3F4}"/>
              </a:ext>
            </a:extLst>
          </p:cNvPr>
          <p:cNvGrpSpPr/>
          <p:nvPr/>
        </p:nvGrpSpPr>
        <p:grpSpPr>
          <a:xfrm>
            <a:off x="6287700" y="-58320"/>
            <a:ext cx="4029120" cy="5263200"/>
            <a:chOff x="-1551960" y="-58320"/>
            <a:chExt cx="4029120" cy="5263200"/>
          </a:xfrm>
        </p:grpSpPr>
        <p:sp>
          <p:nvSpPr>
            <p:cNvPr id="3" name="Google Shape;261;p33">
              <a:extLst>
                <a:ext uri="{FF2B5EF4-FFF2-40B4-BE49-F238E27FC236}">
                  <a16:creationId xmlns:a16="http://schemas.microsoft.com/office/drawing/2014/main" id="{9ADB4224-3A4C-0856-F336-14E2294E4E5E}"/>
                </a:ext>
              </a:extLst>
            </p:cNvPr>
            <p:cNvSpPr/>
            <p:nvPr/>
          </p:nvSpPr>
          <p:spPr>
            <a:xfrm>
              <a:off x="-1551960" y="-58320"/>
              <a:ext cx="4029120" cy="5263200"/>
            </a:xfrm>
            <a:custGeom>
              <a:avLst/>
              <a:gdLst>
                <a:gd name="textAreaLeft" fmla="*/ 0 w 4029120"/>
                <a:gd name="textAreaRight" fmla="*/ 4029480 w 4029120"/>
                <a:gd name="textAreaTop" fmla="*/ 0 h 5263200"/>
                <a:gd name="textAreaBottom" fmla="*/ 5263560 h 5263200"/>
              </a:gdLst>
              <a:ahLst/>
              <a:cxnLst/>
              <a:rect l="textAreaLeft" t="textAreaTop" r="textAreaRight" b="textAreaBottom"/>
              <a:pathLst>
                <a:path w="5250243" h="6858000">
                  <a:moveTo>
                    <a:pt x="3848989" y="6719189"/>
                  </a:moveTo>
                  <a:lnTo>
                    <a:pt x="5250244" y="6858000"/>
                  </a:lnTo>
                  <a:lnTo>
                    <a:pt x="0" y="6858000"/>
                  </a:lnTo>
                  <a:lnTo>
                    <a:pt x="1401255" y="6719189"/>
                  </a:lnTo>
                  <a:cubicBezTo>
                    <a:pt x="1975358" y="6662356"/>
                    <a:pt x="2429510" y="6208205"/>
                    <a:pt x="2486343" y="5634101"/>
                  </a:cubicBezTo>
                  <a:lnTo>
                    <a:pt x="2609279" y="4392676"/>
                  </a:lnTo>
                  <a:lnTo>
                    <a:pt x="2565718" y="3952558"/>
                  </a:lnTo>
                  <a:cubicBezTo>
                    <a:pt x="2541397" y="3707003"/>
                    <a:pt x="2347087" y="3512693"/>
                    <a:pt x="2101533" y="3488372"/>
                  </a:cubicBezTo>
                  <a:lnTo>
                    <a:pt x="1501585" y="3429000"/>
                  </a:lnTo>
                  <a:lnTo>
                    <a:pt x="2101533" y="3369564"/>
                  </a:lnTo>
                  <a:cubicBezTo>
                    <a:pt x="2347087" y="3345244"/>
                    <a:pt x="2541397" y="3150997"/>
                    <a:pt x="2565718" y="2905379"/>
                  </a:cubicBezTo>
                  <a:lnTo>
                    <a:pt x="2608580" y="2472246"/>
                  </a:lnTo>
                  <a:lnTo>
                    <a:pt x="2486343" y="1237869"/>
                  </a:lnTo>
                  <a:cubicBezTo>
                    <a:pt x="2429510" y="663766"/>
                    <a:pt x="1975358" y="209613"/>
                    <a:pt x="1401255" y="152718"/>
                  </a:cubicBezTo>
                  <a:lnTo>
                    <a:pt x="0" y="13970"/>
                  </a:lnTo>
                  <a:lnTo>
                    <a:pt x="141224" y="0"/>
                  </a:lnTo>
                  <a:lnTo>
                    <a:pt x="5109020" y="0"/>
                  </a:lnTo>
                  <a:lnTo>
                    <a:pt x="5250244" y="13970"/>
                  </a:lnTo>
                  <a:lnTo>
                    <a:pt x="3848989" y="152718"/>
                  </a:lnTo>
                  <a:cubicBezTo>
                    <a:pt x="3274886" y="209613"/>
                    <a:pt x="2820734" y="663766"/>
                    <a:pt x="2763901" y="1237869"/>
                  </a:cubicBezTo>
                  <a:lnTo>
                    <a:pt x="2641664" y="2472246"/>
                  </a:lnTo>
                  <a:lnTo>
                    <a:pt x="2684526" y="2905379"/>
                  </a:lnTo>
                  <a:cubicBezTo>
                    <a:pt x="2708847" y="3150997"/>
                    <a:pt x="2903157" y="3345244"/>
                    <a:pt x="3148711" y="3369564"/>
                  </a:cubicBezTo>
                  <a:lnTo>
                    <a:pt x="3748659" y="3429000"/>
                  </a:lnTo>
                  <a:lnTo>
                    <a:pt x="3148711" y="3488372"/>
                  </a:lnTo>
                  <a:cubicBezTo>
                    <a:pt x="2903157" y="3512693"/>
                    <a:pt x="2708847" y="3707003"/>
                    <a:pt x="2684526" y="3952558"/>
                  </a:cubicBezTo>
                  <a:lnTo>
                    <a:pt x="2640965" y="4392676"/>
                  </a:lnTo>
                  <a:lnTo>
                    <a:pt x="2763901" y="5634101"/>
                  </a:lnTo>
                  <a:cubicBezTo>
                    <a:pt x="2820734" y="6208205"/>
                    <a:pt x="3274886" y="6662356"/>
                    <a:pt x="3848989" y="6719189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9EDD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" name="Google Shape;262;p33">
              <a:extLst>
                <a:ext uri="{FF2B5EF4-FFF2-40B4-BE49-F238E27FC236}">
                  <a16:creationId xmlns:a16="http://schemas.microsoft.com/office/drawing/2014/main" id="{A4949098-905E-4CE0-6B46-23EEFD1C0089}"/>
                </a:ext>
              </a:extLst>
            </p:cNvPr>
            <p:cNvSpPr/>
            <p:nvPr/>
          </p:nvSpPr>
          <p:spPr>
            <a:xfrm>
              <a:off x="376200" y="2485080"/>
              <a:ext cx="172800" cy="172800"/>
            </a:xfrm>
            <a:prstGeom prst="star4">
              <a:avLst>
                <a:gd name="adj" fmla="val 25578"/>
              </a:avLst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1320" bIns="3132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04830416"/>
      </p:ext>
    </p:extLst>
  </p:cSld>
  <p:clrMapOvr>
    <a:masterClrMapping/>
  </p:clrMapOvr>
</p:sld>
</file>

<file path=ppt/theme/theme1.xml><?xml version="1.0" encoding="utf-8"?>
<a:theme xmlns:a="http://schemas.openxmlformats.org/drawingml/2006/main" name="Islamic History by Slidesgo">
  <a:themeElements>
    <a:clrScheme name="Simple Light">
      <a:dk1>
        <a:srgbClr val="F9EDD9"/>
      </a:dk1>
      <a:lt1>
        <a:srgbClr val="31170D"/>
      </a:lt1>
      <a:dk2>
        <a:srgbClr val="663B2A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9EDD9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06EC5D2-85B3-48E6-91A7-31880482B27A}">
  <we:reference id="wa200005566" version="3.0.0.3" store="en-US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122</TotalTime>
  <Words>432</Words>
  <Application>Microsoft Office PowerPoint</Application>
  <PresentationFormat>On-screen Show (16:9)</PresentationFormat>
  <Paragraphs>59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Aboreto</vt:lpstr>
      <vt:lpstr>Alegreya Sans</vt:lpstr>
      <vt:lpstr>Arial</vt:lpstr>
      <vt:lpstr>Calibri</vt:lpstr>
      <vt:lpstr>Monsieur La Doulaise</vt:lpstr>
      <vt:lpstr>OpenSymbol</vt:lpstr>
      <vt:lpstr>Palatino Linotype</vt:lpstr>
      <vt:lpstr>Symbol</vt:lpstr>
      <vt:lpstr>Wingdings</vt:lpstr>
      <vt:lpstr>Islamic History by Slidesgo</vt:lpstr>
      <vt:lpstr>Sacred Ensembles of the Hoysalas</vt:lpstr>
      <vt:lpstr>PowerPoint Presentation</vt:lpstr>
      <vt:lpstr>01. Introduction to Hoysala Sacred Ensembles</vt:lpstr>
      <vt:lpstr>PowerPoint Presentation</vt:lpstr>
      <vt:lpstr>Historical background of the Hoysala dynasty</vt:lpstr>
      <vt:lpstr>UNESCO World Heritage Recognition</vt:lpstr>
      <vt:lpstr>Cultural and religious importance</vt:lpstr>
      <vt:lpstr>Visiting the Sacred Ensembles</vt:lpstr>
      <vt:lpstr>Location</vt:lpstr>
      <vt:lpstr>PowerPoint Presentation</vt:lpstr>
      <vt:lpstr>PowerPoint Presentation</vt:lpstr>
      <vt:lpstr>Conclusion</vt:lpstr>
      <vt:lpstr>PowerPoint Presentation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Pradhan Hansdah</cp:lastModifiedBy>
  <cp:revision>4</cp:revision>
  <dcterms:modified xsi:type="dcterms:W3CDTF">2026-01-22T08:18:43Z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2025-12-22T17:16:35Z</dcterms:created>
  <dc:creator>Unknown Creator</dc:creator>
  <dc:description/>
  <dc:language>en-US</dc:language>
  <cp:lastModifiedBy>Unknown Creator</cp:lastModifiedBy>
  <dcterms:modified xsi:type="dcterms:W3CDTF">2025-12-22T17:16:35Z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13</vt:r8>
  </property>
</Properties>
</file>